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4"/>
  </p:notesMasterIdLst>
  <p:sldIdLst>
    <p:sldId id="256" r:id="rId2"/>
    <p:sldId id="340" r:id="rId3"/>
    <p:sldId id="353" r:id="rId4"/>
    <p:sldId id="354" r:id="rId5"/>
    <p:sldId id="356" r:id="rId6"/>
    <p:sldId id="357" r:id="rId7"/>
    <p:sldId id="358" r:id="rId8"/>
    <p:sldId id="341" r:id="rId9"/>
    <p:sldId id="342" r:id="rId10"/>
    <p:sldId id="343" r:id="rId11"/>
    <p:sldId id="344" r:id="rId12"/>
    <p:sldId id="345" r:id="rId13"/>
    <p:sldId id="359" r:id="rId14"/>
    <p:sldId id="360" r:id="rId15"/>
    <p:sldId id="361" r:id="rId16"/>
    <p:sldId id="362" r:id="rId17"/>
    <p:sldId id="363" r:id="rId18"/>
    <p:sldId id="364" r:id="rId19"/>
    <p:sldId id="365" r:id="rId20"/>
    <p:sldId id="366" r:id="rId21"/>
    <p:sldId id="367" r:id="rId22"/>
    <p:sldId id="368" r:id="rId23"/>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Arial" charset="0"/>
        <a:ea typeface="+mn-ea"/>
        <a:cs typeface="+mn-cs"/>
      </a:defRPr>
    </a:lvl1pPr>
    <a:lvl2pPr marL="457200" algn="l" rtl="0" eaLnBrk="0" fontAlgn="base" hangingPunct="0">
      <a:spcBef>
        <a:spcPct val="0"/>
      </a:spcBef>
      <a:spcAft>
        <a:spcPct val="0"/>
      </a:spcAft>
      <a:defRPr sz="2400" b="1" kern="1200">
        <a:solidFill>
          <a:schemeClr val="tx1"/>
        </a:solidFill>
        <a:latin typeface="Arial" charset="0"/>
        <a:ea typeface="+mn-ea"/>
        <a:cs typeface="+mn-cs"/>
      </a:defRPr>
    </a:lvl2pPr>
    <a:lvl3pPr marL="914400" algn="l" rtl="0" eaLnBrk="0" fontAlgn="base" hangingPunct="0">
      <a:spcBef>
        <a:spcPct val="0"/>
      </a:spcBef>
      <a:spcAft>
        <a:spcPct val="0"/>
      </a:spcAft>
      <a:defRPr sz="2400" b="1" kern="1200">
        <a:solidFill>
          <a:schemeClr val="tx1"/>
        </a:solidFill>
        <a:latin typeface="Arial" charset="0"/>
        <a:ea typeface="+mn-ea"/>
        <a:cs typeface="+mn-cs"/>
      </a:defRPr>
    </a:lvl3pPr>
    <a:lvl4pPr marL="1371600" algn="l" rtl="0" eaLnBrk="0" fontAlgn="base" hangingPunct="0">
      <a:spcBef>
        <a:spcPct val="0"/>
      </a:spcBef>
      <a:spcAft>
        <a:spcPct val="0"/>
      </a:spcAft>
      <a:defRPr sz="2400" b="1" kern="1200">
        <a:solidFill>
          <a:schemeClr val="tx1"/>
        </a:solidFill>
        <a:latin typeface="Arial" charset="0"/>
        <a:ea typeface="+mn-ea"/>
        <a:cs typeface="+mn-cs"/>
      </a:defRPr>
    </a:lvl4pPr>
    <a:lvl5pPr marL="1828800" algn="l" rtl="0" eaLnBrk="0" fontAlgn="base" hangingPunct="0">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0"/>
    <a:srgbClr val="006600"/>
    <a:srgbClr val="9900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93482" autoAdjust="0"/>
  </p:normalViewPr>
  <p:slideViewPr>
    <p:cSldViewPr>
      <p:cViewPr varScale="1">
        <p:scale>
          <a:sx n="84" d="100"/>
          <a:sy n="84" d="100"/>
        </p:scale>
        <p:origin x="216"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vl1pPr>
          </a:lstStyle>
          <a:p>
            <a:pPr>
              <a:defRPr/>
            </a:pPr>
            <a:endParaRPr lang="en-US"/>
          </a:p>
        </p:txBody>
      </p:sp>
      <p:sp>
        <p:nvSpPr>
          <p:cNvPr id="4403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vl1pPr>
          </a:lstStyle>
          <a:p>
            <a:pPr>
              <a:defRPr/>
            </a:pPr>
            <a:endParaRPr lang="en-US"/>
          </a:p>
        </p:txBody>
      </p:sp>
      <p:sp>
        <p:nvSpPr>
          <p:cNvPr id="276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403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403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vl1pPr>
          </a:lstStyle>
          <a:p>
            <a:pPr>
              <a:defRPr/>
            </a:pPr>
            <a:endParaRPr lang="en-US"/>
          </a:p>
        </p:txBody>
      </p:sp>
      <p:sp>
        <p:nvSpPr>
          <p:cNvPr id="4403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6E3CFA9C-7B72-4B52-81E4-782A8CFA466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5F7DEE97-C826-49F5-8857-D764457F3EF1}" type="slidenum">
              <a:rPr lang="en-US" smtClean="0"/>
              <a:pPr/>
              <a:t>1</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F3526340-288F-4C7C-B29A-63204CB45B29}" type="slidenum">
              <a:rPr lang="en-US" smtClean="0"/>
              <a:pPr/>
              <a:t>2</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02466531-2199-434D-BF59-FFAA018CD402}" type="slidenum">
              <a:rPr lang="en-US" smtClean="0"/>
              <a:pPr/>
              <a:t>3</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1E68CCB7-48B3-4186-B24F-14F91E3A5DA2}" type="slidenum">
              <a:rPr lang="en-US" smtClean="0"/>
              <a:pPr/>
              <a:t>4</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A5AF878A-784D-4111-BA66-0FFA32093561}" type="slidenum">
              <a:rPr lang="en-US" smtClean="0"/>
              <a:pPr/>
              <a:t>5</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5BF3947E-0D43-4107-85CF-9626B4905740}" type="slidenum">
              <a:rPr lang="en-US" smtClean="0"/>
              <a:pPr/>
              <a:t>6</a:t>
            </a:fld>
            <a:endParaRPr 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7DDBC48E-7F56-4E6D-AA5F-7213BF9FE958}" type="slidenum">
              <a:rPr lang="en-US" smtClean="0"/>
              <a:pPr/>
              <a:t>7</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4071C207-7B64-403D-B8C1-9A8A1AA516CF}" type="slidenum">
              <a:rPr lang="en-US" smtClean="0"/>
              <a:pPr/>
              <a:t>8</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22DE146A-F47A-4DD9-92F8-BD16FA6BBAF1}" type="slidenum">
              <a:rPr lang="en-US" smtClean="0"/>
              <a:pPr/>
              <a:t>9</a:t>
            </a:fld>
            <a:endParaRPr 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9BB0DB88-472A-4A93-91E7-E0DA80E92B73}" type="slidenum">
              <a:rPr lang="en-US" smtClean="0"/>
              <a:pPr/>
              <a:t>10</a:t>
            </a:fld>
            <a:endParaRPr lang="en-US"/>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46864063-8C65-4AB2-A8B1-8282F4EA7F6B}" type="slidenum">
              <a:rPr lang="en-US" smtClean="0"/>
              <a:pPr/>
              <a:t>11</a:t>
            </a:fld>
            <a:endParaRPr lang="en-US"/>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8DD56305-0EC3-407A-92EA-A6AF12EE141D}" type="slidenum">
              <a:rPr lang="en-US" smtClean="0"/>
              <a:pPr/>
              <a:t>12</a:t>
            </a:fld>
            <a:endParaRPr 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B8CE0A5F-4F6F-4314-B3E4-998A84914991}" type="slidenum">
              <a:rPr lang="en-US" smtClean="0"/>
              <a:pPr/>
              <a:t>13</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BC9FBB74-75F1-40D1-BFA1-360B9BFB45C4}" type="slidenum">
              <a:rPr lang="en-US" smtClean="0"/>
              <a:pPr/>
              <a:t>14</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BD5DC0F2-C935-4D8F-927F-6FF983CF37C4}" type="slidenum">
              <a:rPr lang="en-US" smtClean="0"/>
              <a:pPr/>
              <a:t>15</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B09490DC-4C38-462B-A58C-5881F5BD3EB6}" type="slidenum">
              <a:rPr lang="en-US" smtClean="0"/>
              <a:pPr/>
              <a:t>16</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E1F85531-71DC-460D-B90E-3D6FC01B51CA}" type="slidenum">
              <a:rPr lang="en-US" smtClean="0"/>
              <a:pPr/>
              <a:t>17</a:t>
            </a:fld>
            <a:endParaRPr 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5C2FC671-CD3F-4208-8840-07C797533B37}" type="slidenum">
              <a:rPr lang="en-US" smtClean="0"/>
              <a:pPr/>
              <a:t>18</a:t>
            </a:fld>
            <a:endParaRPr lang="en-US"/>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81DF5D12-AED6-4F1C-B2F5-9ED53E278EED}" type="slidenum">
              <a:rPr lang="en-US" smtClean="0"/>
              <a:pPr/>
              <a:t>19</a:t>
            </a:fld>
            <a:endParaRPr 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7771940B-3151-4D03-A023-133BCE82646F}" type="slidenum">
              <a:rPr lang="en-US" smtClean="0"/>
              <a:pPr/>
              <a:t>20</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BEBE3900-9AB9-4D73-81D6-C2D49101B610}" type="slidenum">
              <a:rPr lang="en-US" smtClean="0"/>
              <a:pPr/>
              <a:t>21</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65C4E71B-E618-47F5-B607-C1BC1FA58434}" type="slidenum">
              <a:rPr lang="en-US" smtClean="0"/>
              <a:pPr/>
              <a:t>22</a:t>
            </a:fld>
            <a:endParaRPr 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en-US" b="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eaLnBrk="1" hangingPunct="1">
                <a:defRPr/>
              </a:pPr>
              <a:endParaRPr lang="en-US" b="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eaLnBrk="1" hangingPunct="1">
                  <a:defRPr/>
                </a:pPr>
                <a:endParaRPr lang="en-US" b="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eaLnBrk="1" hangingPunct="1">
                  <a:defRPr/>
                </a:pPr>
                <a:endParaRPr lang="en-US" b="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eaLnBrk="1" hangingPunct="1">
                  <a:defRPr/>
                </a:pPr>
                <a:endParaRPr lang="en-US" b="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eaLnBrk="1" hangingPunct="1">
                  <a:defRPr/>
                </a:pPr>
                <a:endParaRPr lang="en-US" b="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eaLnBrk="1" hangingPunct="1">
                  <a:defRPr/>
                </a:pPr>
                <a:endParaRPr lang="en-US" b="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eaLnBrk="1" hangingPunct="1">
                  <a:defRPr/>
                </a:pPr>
                <a:endParaRPr lang="en-US" b="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eaLnBrk="1" hangingPunct="1">
                  <a:defRPr/>
                </a:pPr>
                <a:endParaRPr lang="en-US" b="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eaLnBrk="1" hangingPunct="1">
                  <a:defRPr/>
                </a:pPr>
                <a:endParaRPr lang="en-US" b="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eaLnBrk="1" hangingPunct="1">
                  <a:defRPr/>
                </a:pPr>
                <a:endParaRPr lang="en-US" b="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eaLnBrk="1" hangingPunct="1">
                  <a:defRPr/>
                </a:pPr>
                <a:endParaRPr lang="en-US" b="0">
                  <a:latin typeface="Times New Roman" pitchFamily="18" charset="0"/>
                </a:endParaRPr>
              </a:p>
            </p:txBody>
          </p:sp>
        </p:grpSp>
      </p:grpSp>
      <p:sp>
        <p:nvSpPr>
          <p:cNvPr id="47123"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t>Click to edit Master title style</a:t>
            </a:r>
          </a:p>
        </p:txBody>
      </p:sp>
      <p:sp>
        <p:nvSpPr>
          <p:cNvPr id="47124"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9" name="Rectangle 17"/>
          <p:cNvSpPr>
            <a:spLocks noGrp="1" noChangeArrowheads="1"/>
          </p:cNvSpPr>
          <p:nvPr>
            <p:ph type="ftr" sz="quarter" idx="11"/>
          </p:nvPr>
        </p:nvSpPr>
        <p:spPr/>
        <p:txBody>
          <a:bodyPr/>
          <a:lstStyle>
            <a:lvl1pPr>
              <a:defRPr/>
            </a:lvl1pPr>
          </a:lstStyle>
          <a:p>
            <a:pPr>
              <a:defRPr/>
            </a:pPr>
            <a:endParaRPr lang="en-US"/>
          </a:p>
        </p:txBody>
      </p:sp>
      <p:sp>
        <p:nvSpPr>
          <p:cNvPr id="20" name="Rectangle 18"/>
          <p:cNvSpPr>
            <a:spLocks noGrp="1" noChangeArrowheads="1"/>
          </p:cNvSpPr>
          <p:nvPr>
            <p:ph type="sldNum" sz="quarter" idx="12"/>
          </p:nvPr>
        </p:nvSpPr>
        <p:spPr/>
        <p:txBody>
          <a:bodyPr/>
          <a:lstStyle>
            <a:lvl1pPr>
              <a:defRPr/>
            </a:lvl1pPr>
          </a:lstStyle>
          <a:p>
            <a:pPr>
              <a:defRPr/>
            </a:pPr>
            <a:fld id="{5DCF6663-D94A-4CFB-B1F0-8F663B19B9C8}"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5FC77D8B-E728-4D7F-A735-E1119A7539D4}"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7DA99D8B-8434-4047-BAE5-9C96141D0398}"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301D17CB-BF62-4015-9924-AB5534A316D1}"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p>
        </p:txBody>
      </p:sp>
      <p:sp>
        <p:nvSpPr>
          <p:cNvPr id="8" name="Rectangle 3"/>
          <p:cNvSpPr>
            <a:spLocks noGrp="1" noChangeArrowheads="1"/>
          </p:cNvSpPr>
          <p:nvPr>
            <p:ph type="sldNum" sz="quarter" idx="11"/>
          </p:nvPr>
        </p:nvSpPr>
        <p:spPr>
          <a:ln/>
        </p:spPr>
        <p:txBody>
          <a:bodyPr/>
          <a:lstStyle>
            <a:lvl1pPr>
              <a:defRPr/>
            </a:lvl1pPr>
          </a:lstStyle>
          <a:p>
            <a:pPr>
              <a:defRPr/>
            </a:pPr>
            <a:fld id="{D2981D6B-E025-4319-89C0-5C5BBCCB9443}" type="slidenum">
              <a:rPr lang="en-US"/>
              <a:pPr>
                <a:defRPr/>
              </a:pPr>
              <a:t>‹#›</a:t>
            </a:fld>
            <a:endParaRPr 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pPr>
              <a:defRPr/>
            </a:pPr>
            <a:fld id="{C8D28881-446E-40FA-B31B-20989DD41C9C}" type="slidenum">
              <a:rPr lang="en-US"/>
              <a:pPr>
                <a:defRPr/>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p>
        </p:txBody>
      </p:sp>
      <p:sp>
        <p:nvSpPr>
          <p:cNvPr id="3" name="Rectangle 3"/>
          <p:cNvSpPr>
            <a:spLocks noGrp="1" noChangeArrowheads="1"/>
          </p:cNvSpPr>
          <p:nvPr>
            <p:ph type="sldNum" sz="quarter" idx="11"/>
          </p:nvPr>
        </p:nvSpPr>
        <p:spPr>
          <a:ln/>
        </p:spPr>
        <p:txBody>
          <a:bodyPr/>
          <a:lstStyle>
            <a:lvl1pPr>
              <a:defRPr/>
            </a:lvl1pPr>
          </a:lstStyle>
          <a:p>
            <a:pPr>
              <a:defRPr/>
            </a:pPr>
            <a:fld id="{EB14D31E-A664-4AB5-88F9-00AA252A9982}" type="slidenum">
              <a:rPr lang="en-US"/>
              <a:pPr>
                <a:defRPr/>
              </a:pPr>
              <a:t>‹#›</a:t>
            </a:fld>
            <a:endParaRPr 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5FB5C7EC-113C-44CC-A132-DA4200F53736}"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87454434-70A6-4156-BE8C-C886465E11AF}"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F11E95FD-70D5-49A8-BBCA-5F0AC031DD8A}"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BB46113B-06B6-4DD5-87BE-62F34F2F8813}"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34D2EBD1-7EB7-4195-A1B9-C4BCEF521A84}"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
          <p:cNvSpPr>
            <a:spLocks noGrp="1" noChangeArrowheads="1"/>
          </p:cNvSpPr>
          <p:nvPr>
            <p:ph type="ftr" sz="quarter" idx="10"/>
          </p:nvPr>
        </p:nvSpPr>
        <p:spPr>
          <a:ln/>
        </p:spPr>
        <p:txBody>
          <a:bodyPr/>
          <a:lstStyle>
            <a:lvl1pPr>
              <a:defRPr/>
            </a:lvl1pPr>
          </a:lstStyle>
          <a:p>
            <a:pPr>
              <a:defRPr/>
            </a:pPr>
            <a:endParaRPr lang="en-US"/>
          </a:p>
        </p:txBody>
      </p:sp>
      <p:sp>
        <p:nvSpPr>
          <p:cNvPr id="7" name="Rectangle 3"/>
          <p:cNvSpPr>
            <a:spLocks noGrp="1" noChangeArrowheads="1"/>
          </p:cNvSpPr>
          <p:nvPr>
            <p:ph type="sldNum" sz="quarter" idx="11"/>
          </p:nvPr>
        </p:nvSpPr>
        <p:spPr>
          <a:ln/>
        </p:spPr>
        <p:txBody>
          <a:bodyPr/>
          <a:lstStyle>
            <a:lvl1pPr>
              <a:defRPr/>
            </a:lvl1pPr>
          </a:lstStyle>
          <a:p>
            <a:pPr>
              <a:defRPr/>
            </a:pPr>
            <a:fld id="{AB55A303-ABAF-4334-9E43-C586DB5D8ACD}" type="slidenum">
              <a:rPr lang="en-US"/>
              <a:pPr>
                <a:defRPr/>
              </a:pPr>
              <a:t>‹#›</a:t>
            </a:fld>
            <a:endParaRPr lang="en-US"/>
          </a:p>
        </p:txBody>
      </p:sp>
      <p:sp>
        <p:nvSpPr>
          <p:cNvPr id="8"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p:txBody>
          <a:bodyPr/>
          <a:lstStyle>
            <a:lvl1pPr>
              <a:defRPr smtClean="0"/>
            </a:lvl1pPr>
          </a:lstStyle>
          <a:p>
            <a:pPr>
              <a:defRPr/>
            </a:pPr>
            <a:endParaRPr lang="en-US"/>
          </a:p>
        </p:txBody>
      </p:sp>
      <p:sp>
        <p:nvSpPr>
          <p:cNvPr id="7" name="Slide Number Placeholder 6"/>
          <p:cNvSpPr>
            <a:spLocks noGrp="1"/>
          </p:cNvSpPr>
          <p:nvPr>
            <p:ph type="sldNum" sz="quarter" idx="11"/>
          </p:nvPr>
        </p:nvSpPr>
        <p:spPr/>
        <p:txBody>
          <a:bodyPr/>
          <a:lstStyle>
            <a:lvl1pPr>
              <a:defRPr smtClean="0"/>
            </a:lvl1pPr>
          </a:lstStyle>
          <a:p>
            <a:pPr>
              <a:defRPr/>
            </a:pPr>
            <a:fld id="{D3E3A963-DF7A-4366-AB5A-9DD7ED422DA6}" type="slidenum">
              <a:rPr lang="en-US"/>
              <a:pPr>
                <a:defRPr/>
              </a:pPr>
              <a:t>‹#›</a:t>
            </a:fld>
            <a:endParaRPr lang="en-US"/>
          </a:p>
        </p:txBody>
      </p:sp>
      <p:sp>
        <p:nvSpPr>
          <p:cNvPr id="8" name="Date Placeholder 7"/>
          <p:cNvSpPr>
            <a:spLocks noGrp="1"/>
          </p:cNvSpPr>
          <p:nvPr>
            <p:ph type="dt" sz="half" idx="12"/>
          </p:nvPr>
        </p:nvSpPr>
        <p:spPr/>
        <p:txBody>
          <a:bodyPr/>
          <a:lstStyle>
            <a:lvl1pPr>
              <a:defRPr smtClean="0"/>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457200"/>
            <a:ext cx="8229600" cy="1371600"/>
          </a:xfrm>
        </p:spPr>
        <p:txBody>
          <a:bodyPr/>
          <a:lstStyle/>
          <a:p>
            <a:r>
              <a:rPr lang="en-US"/>
              <a:t>Click to edit Master title style</a:t>
            </a:r>
          </a:p>
        </p:txBody>
      </p:sp>
      <p:sp>
        <p:nvSpPr>
          <p:cNvPr id="3" name="Content Placeholder 2"/>
          <p:cNvSpPr>
            <a:spLocks noGrp="1"/>
          </p:cNvSpPr>
          <p:nvPr>
            <p:ph sz="quarter" idx="1"/>
          </p:nvPr>
        </p:nvSpPr>
        <p:spPr>
          <a:xfrm>
            <a:off x="457200" y="19812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40005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40005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smtClean="0"/>
            </a:lvl1pPr>
          </a:lstStyle>
          <a:p>
            <a:pPr>
              <a:defRPr/>
            </a:pPr>
            <a:endParaRPr lang="en-US"/>
          </a:p>
        </p:txBody>
      </p:sp>
      <p:sp>
        <p:nvSpPr>
          <p:cNvPr id="8" name="Slide Number Placeholder 7"/>
          <p:cNvSpPr>
            <a:spLocks noGrp="1"/>
          </p:cNvSpPr>
          <p:nvPr>
            <p:ph type="sldNum" sz="quarter" idx="11"/>
          </p:nvPr>
        </p:nvSpPr>
        <p:spPr/>
        <p:txBody>
          <a:bodyPr/>
          <a:lstStyle>
            <a:lvl1pPr>
              <a:defRPr smtClean="0"/>
            </a:lvl1pPr>
          </a:lstStyle>
          <a:p>
            <a:pPr>
              <a:defRPr/>
            </a:pPr>
            <a:fld id="{9C1A68D7-6626-45CB-97FD-FEECDAA0BF51}" type="slidenum">
              <a:rPr lang="en-US"/>
              <a:pPr>
                <a:defRPr/>
              </a:pPr>
              <a:t>‹#›</a:t>
            </a:fld>
            <a:endParaRPr lang="en-US"/>
          </a:p>
        </p:txBody>
      </p:sp>
      <p:sp>
        <p:nvSpPr>
          <p:cNvPr id="9" name="Date Placeholder 8"/>
          <p:cNvSpPr>
            <a:spLocks noGrp="1"/>
          </p:cNvSpPr>
          <p:nvPr>
            <p:ph type="dt" sz="half" idx="12"/>
          </p:nvPr>
        </p:nvSpPr>
        <p:spPr/>
        <p:txBody>
          <a:bodyPr/>
          <a:lstStyle>
            <a:lvl1pPr>
              <a:defRPr smtClean="0"/>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b="0"/>
            </a:lvl1pPr>
          </a:lstStyle>
          <a:p>
            <a:pPr>
              <a:defRPr/>
            </a:pPr>
            <a:endParaRPr lang="en-US"/>
          </a:p>
        </p:txBody>
      </p:sp>
      <p:sp>
        <p:nvSpPr>
          <p:cNvPr id="46083"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Black" pitchFamily="34" charset="0"/>
              </a:defRPr>
            </a:lvl1pPr>
          </a:lstStyle>
          <a:p>
            <a:pPr>
              <a:defRPr/>
            </a:pPr>
            <a:fld id="{859663ED-C34F-4BA3-BAD3-860C340608C0}" type="slidenum">
              <a:rPr lang="en-US"/>
              <a:pPr>
                <a:defRPr/>
              </a:pPr>
              <a:t>‹#›</a:t>
            </a:fld>
            <a:endParaRPr lang="en-US"/>
          </a:p>
        </p:txBody>
      </p:sp>
      <p:grpSp>
        <p:nvGrpSpPr>
          <p:cNvPr id="3076" name="Group 4"/>
          <p:cNvGrpSpPr>
            <a:grpSpLocks/>
          </p:cNvGrpSpPr>
          <p:nvPr/>
        </p:nvGrpSpPr>
        <p:grpSpPr bwMode="auto">
          <a:xfrm>
            <a:off x="0" y="0"/>
            <a:ext cx="9144000" cy="546100"/>
            <a:chOff x="0" y="0"/>
            <a:chExt cx="5760" cy="344"/>
          </a:xfrm>
        </p:grpSpPr>
        <p:sp>
          <p:nvSpPr>
            <p:cNvPr id="46085"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en-US" b="0">
                <a:latin typeface="Times New Roman" pitchFamily="18" charset="0"/>
              </a:endParaRPr>
            </a:p>
          </p:txBody>
        </p:sp>
        <p:sp>
          <p:nvSpPr>
            <p:cNvPr id="46086"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eaLnBrk="1" hangingPunct="1">
                <a:defRPr/>
              </a:pPr>
              <a:endParaRPr lang="en-US" b="0">
                <a:latin typeface="Times New Roman" pitchFamily="18" charset="0"/>
              </a:endParaRPr>
            </a:p>
          </p:txBody>
        </p:sp>
        <p:sp>
          <p:nvSpPr>
            <p:cNvPr id="46087"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eaLnBrk="1" hangingPunct="1">
                <a:defRPr/>
              </a:pPr>
              <a:endParaRPr lang="en-US" sz="1800" b="0">
                <a:solidFill>
                  <a:schemeClr val="hlink"/>
                </a:solidFill>
              </a:endParaRPr>
            </a:p>
          </p:txBody>
        </p:sp>
        <p:sp>
          <p:nvSpPr>
            <p:cNvPr id="46088"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eaLnBrk="1" hangingPunct="1">
                <a:defRPr/>
              </a:pPr>
              <a:endParaRPr lang="en-US" sz="1800" b="0">
                <a:solidFill>
                  <a:schemeClr val="hlink"/>
                </a:solidFill>
              </a:endParaRPr>
            </a:p>
          </p:txBody>
        </p:sp>
        <p:sp>
          <p:nvSpPr>
            <p:cNvPr id="46089"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eaLnBrk="1" hangingPunct="1">
                <a:defRPr/>
              </a:pPr>
              <a:endParaRPr lang="en-US" sz="1800" b="0">
                <a:solidFill>
                  <a:schemeClr val="accent2"/>
                </a:solidFill>
              </a:endParaRPr>
            </a:p>
          </p:txBody>
        </p:sp>
        <p:sp>
          <p:nvSpPr>
            <p:cNvPr id="46090"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eaLnBrk="1" hangingPunct="1">
                <a:defRPr/>
              </a:pPr>
              <a:endParaRPr lang="en-US" sz="1800" b="0">
                <a:solidFill>
                  <a:schemeClr val="hlink"/>
                </a:solidFill>
              </a:endParaRPr>
            </a:p>
          </p:txBody>
        </p:sp>
        <p:sp>
          <p:nvSpPr>
            <p:cNvPr id="46091"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eaLnBrk="1" hangingPunct="1">
                <a:defRPr/>
              </a:pPr>
              <a:endParaRPr lang="en-US" b="0">
                <a:latin typeface="Times New Roman" pitchFamily="18" charset="0"/>
              </a:endParaRPr>
            </a:p>
          </p:txBody>
        </p:sp>
        <p:sp>
          <p:nvSpPr>
            <p:cNvPr id="46092"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eaLnBrk="1" hangingPunct="1">
                <a:defRPr/>
              </a:pPr>
              <a:endParaRPr lang="en-US" sz="1800" b="0">
                <a:solidFill>
                  <a:schemeClr val="accent2"/>
                </a:solidFill>
              </a:endParaRPr>
            </a:p>
          </p:txBody>
        </p:sp>
        <p:sp>
          <p:nvSpPr>
            <p:cNvPr id="46093"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eaLnBrk="1" hangingPunct="1">
                <a:defRPr/>
              </a:pPr>
              <a:endParaRPr lang="en-US" sz="1800" b="0">
                <a:solidFill>
                  <a:schemeClr val="accent2"/>
                </a:solidFill>
              </a:endParaRPr>
            </a:p>
          </p:txBody>
        </p:sp>
      </p:grpSp>
      <p:sp>
        <p:nvSpPr>
          <p:cNvPr id="3077"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8"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6096"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723"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4" r:id="rId14"/>
    <p:sldLayoutId id="2147483725" r:id="rId15"/>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10.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2.wmf"/></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6"/>
          <p:cNvSpPr>
            <a:spLocks noGrp="1" noChangeArrowheads="1"/>
          </p:cNvSpPr>
          <p:nvPr>
            <p:ph type="title"/>
          </p:nvPr>
        </p:nvSpPr>
        <p:spPr>
          <a:xfrm>
            <a:off x="457200" y="2362200"/>
            <a:ext cx="8229600" cy="1371600"/>
          </a:xfrm>
        </p:spPr>
        <p:txBody>
          <a:bodyPr/>
          <a:lstStyle/>
          <a:p>
            <a:pPr algn="ctr" eaLnBrk="1" hangingPunct="1"/>
            <a:r>
              <a:rPr lang="en-US" b="1" dirty="0">
                <a:solidFill>
                  <a:srgbClr val="000099"/>
                </a:solidFill>
              </a:rPr>
              <a:t>Lecture – 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411163"/>
            <a:ext cx="8229600" cy="884237"/>
          </a:xfrm>
        </p:spPr>
        <p:txBody>
          <a:bodyPr/>
          <a:lstStyle/>
          <a:p>
            <a:pPr algn="ctr" eaLnBrk="1" hangingPunct="1"/>
            <a:r>
              <a:rPr lang="en-US" sz="4000" b="1">
                <a:solidFill>
                  <a:srgbClr val="990000"/>
                </a:solidFill>
              </a:rPr>
              <a:t>Booth’s Multiplication Algorithm</a:t>
            </a:r>
          </a:p>
        </p:txBody>
      </p:sp>
      <p:sp>
        <p:nvSpPr>
          <p:cNvPr id="8195" name="Rectangle 3"/>
          <p:cNvSpPr>
            <a:spLocks noGrp="1" noChangeArrowheads="1"/>
          </p:cNvSpPr>
          <p:nvPr>
            <p:ph type="body" sz="half" idx="1"/>
          </p:nvPr>
        </p:nvSpPr>
        <p:spPr>
          <a:xfrm>
            <a:off x="533400" y="1600200"/>
            <a:ext cx="8229600" cy="4495800"/>
          </a:xfrm>
          <a:noFill/>
        </p:spPr>
        <p:txBody>
          <a:bodyPr/>
          <a:lstStyle/>
          <a:p>
            <a:pPr eaLnBrk="1" hangingPunct="1">
              <a:buClr>
                <a:srgbClr val="000099"/>
              </a:buClr>
              <a:buSzPct val="125000"/>
              <a:buFont typeface="Wingdings" pitchFamily="2" charset="2"/>
              <a:buChar char="§"/>
            </a:pPr>
            <a:r>
              <a:rPr lang="en-US" sz="2400"/>
              <a:t>It employs both addition and subtraction.</a:t>
            </a:r>
          </a:p>
          <a:p>
            <a:pPr eaLnBrk="1" hangingPunct="1">
              <a:buClr>
                <a:srgbClr val="000099"/>
              </a:buClr>
              <a:buSzPct val="125000"/>
              <a:buFont typeface="Wingdings" pitchFamily="2" charset="2"/>
              <a:buChar char="§"/>
            </a:pPr>
            <a:endParaRPr lang="en-US" sz="2400"/>
          </a:p>
          <a:p>
            <a:pPr eaLnBrk="1" hangingPunct="1">
              <a:buClr>
                <a:srgbClr val="000099"/>
              </a:buClr>
              <a:buSzPct val="125000"/>
              <a:buFont typeface="Wingdings" pitchFamily="2" charset="2"/>
              <a:buChar char="§"/>
            </a:pPr>
            <a:r>
              <a:rPr lang="en-US" sz="2400"/>
              <a:t>It treats positive and negative operands uniformly.</a:t>
            </a:r>
          </a:p>
          <a:p>
            <a:pPr eaLnBrk="1" hangingPunct="1">
              <a:buClr>
                <a:srgbClr val="000099"/>
              </a:buClr>
              <a:buSzPct val="125000"/>
              <a:buFont typeface="Wingdings" pitchFamily="2" charset="2"/>
              <a:buChar char="§"/>
            </a:pPr>
            <a:endParaRPr lang="en-US" sz="2400"/>
          </a:p>
          <a:p>
            <a:pPr eaLnBrk="1" hangingPunct="1">
              <a:buClr>
                <a:srgbClr val="000099"/>
              </a:buClr>
              <a:buSzPct val="125000"/>
              <a:buFont typeface="Wingdings" pitchFamily="2" charset="2"/>
              <a:buChar char="§"/>
            </a:pPr>
            <a:r>
              <a:rPr lang="en-US" sz="2400"/>
              <a:t>No special actions are required for negative numbers.</a:t>
            </a:r>
          </a:p>
          <a:p>
            <a:pPr eaLnBrk="1" hangingPunct="1">
              <a:buClr>
                <a:srgbClr val="000099"/>
              </a:buClr>
              <a:buSzPct val="125000"/>
              <a:buFont typeface="Wingdings" pitchFamily="2" charset="2"/>
              <a:buChar char="§"/>
            </a:pPr>
            <a:endParaRPr lang="en-US" sz="2400"/>
          </a:p>
          <a:p>
            <a:pPr eaLnBrk="1" hangingPunct="1">
              <a:buClr>
                <a:srgbClr val="000099"/>
              </a:buClr>
              <a:buSzPct val="125000"/>
              <a:buFont typeface="Wingdings" pitchFamily="2" charset="2"/>
              <a:buChar char="§"/>
            </a:pPr>
            <a:r>
              <a:rPr lang="en-US" sz="2400"/>
              <a:t>It provides faster execution.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411163"/>
            <a:ext cx="8229600" cy="884237"/>
          </a:xfrm>
        </p:spPr>
        <p:txBody>
          <a:bodyPr/>
          <a:lstStyle/>
          <a:p>
            <a:pPr algn="ctr" eaLnBrk="1" hangingPunct="1"/>
            <a:r>
              <a:rPr lang="en-US" sz="4000" b="1">
                <a:solidFill>
                  <a:srgbClr val="990000"/>
                </a:solidFill>
              </a:rPr>
              <a:t>Booth’s Multiplication Algorithm</a:t>
            </a:r>
          </a:p>
        </p:txBody>
      </p:sp>
      <p:pic>
        <p:nvPicPr>
          <p:cNvPr id="9219" name="Picture 5"/>
          <p:cNvPicPr>
            <a:picLocks noGrp="1" noChangeAspect="1" noChangeArrowheads="1"/>
          </p:cNvPicPr>
          <p:nvPr>
            <p:ph sz="half" idx="2"/>
          </p:nvPr>
        </p:nvPicPr>
        <p:blipFill>
          <a:blip r:embed="rId3"/>
          <a:srcRect/>
          <a:stretch>
            <a:fillRect/>
          </a:stretch>
        </p:blipFill>
        <p:spPr>
          <a:xfrm>
            <a:off x="1524000" y="1404938"/>
            <a:ext cx="6019800" cy="5357812"/>
          </a:xfr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411163"/>
            <a:ext cx="8229600" cy="884237"/>
          </a:xfrm>
        </p:spPr>
        <p:txBody>
          <a:bodyPr/>
          <a:lstStyle/>
          <a:p>
            <a:pPr algn="ctr" eaLnBrk="1" hangingPunct="1"/>
            <a:r>
              <a:rPr lang="en-US" sz="4000" b="1">
                <a:solidFill>
                  <a:srgbClr val="990000"/>
                </a:solidFill>
              </a:rPr>
              <a:t>Booth’s Multiplication Algorithm</a:t>
            </a:r>
          </a:p>
        </p:txBody>
      </p:sp>
      <p:sp>
        <p:nvSpPr>
          <p:cNvPr id="10243" name="Rectangle 3"/>
          <p:cNvSpPr>
            <a:spLocks noGrp="1" noChangeArrowheads="1"/>
          </p:cNvSpPr>
          <p:nvPr>
            <p:ph type="body" sz="half" idx="1"/>
          </p:nvPr>
        </p:nvSpPr>
        <p:spPr>
          <a:xfrm>
            <a:off x="457200" y="3048000"/>
            <a:ext cx="8229600" cy="3581400"/>
          </a:xfrm>
          <a:noFill/>
        </p:spPr>
        <p:txBody>
          <a:bodyPr/>
          <a:lstStyle/>
          <a:p>
            <a:pPr eaLnBrk="1" hangingPunct="1">
              <a:lnSpc>
                <a:spcPct val="80000"/>
              </a:lnSpc>
              <a:buClr>
                <a:srgbClr val="000099"/>
              </a:buClr>
              <a:buSzPct val="125000"/>
              <a:buFont typeface="Wingdings" pitchFamily="2" charset="2"/>
              <a:buChar char="§"/>
            </a:pPr>
            <a:r>
              <a:rPr lang="en-US" sz="2400" b="1">
                <a:solidFill>
                  <a:srgbClr val="006600"/>
                </a:solidFill>
              </a:rPr>
              <a:t>Step – 1:</a:t>
            </a:r>
          </a:p>
          <a:p>
            <a:pPr eaLnBrk="1" hangingPunct="1">
              <a:lnSpc>
                <a:spcPct val="80000"/>
              </a:lnSpc>
              <a:buClr>
                <a:srgbClr val="000099"/>
              </a:buClr>
              <a:buSzPct val="125000"/>
              <a:buFont typeface="Wingdings" pitchFamily="2" charset="2"/>
              <a:buNone/>
            </a:pPr>
            <a:r>
              <a:rPr lang="en-US" sz="2400"/>
              <a:t>	Two adjacent bits </a:t>
            </a:r>
            <a:r>
              <a:rPr lang="en-US" sz="2400" i="1"/>
              <a:t>x</a:t>
            </a:r>
            <a:r>
              <a:rPr lang="en-US" sz="2400" i="1" baseline="-25000"/>
              <a:t>i</a:t>
            </a:r>
            <a:r>
              <a:rPr lang="en-US" sz="2400" i="1"/>
              <a:t>x</a:t>
            </a:r>
            <a:r>
              <a:rPr lang="en-US" sz="2400" i="1" baseline="-25000"/>
              <a:t>i-1</a:t>
            </a:r>
            <a:r>
              <a:rPr lang="en-US" sz="2400"/>
              <a:t> are examined in each step. </a:t>
            </a:r>
          </a:p>
          <a:p>
            <a:pPr eaLnBrk="1" hangingPunct="1">
              <a:lnSpc>
                <a:spcPct val="80000"/>
              </a:lnSpc>
              <a:buClr>
                <a:srgbClr val="000099"/>
              </a:buClr>
              <a:buSzPct val="125000"/>
              <a:buFont typeface="Wingdings" pitchFamily="2" charset="2"/>
              <a:buNone/>
            </a:pPr>
            <a:r>
              <a:rPr lang="en-US" sz="2400"/>
              <a:t>    If </a:t>
            </a:r>
            <a:r>
              <a:rPr lang="en-US" sz="2400" i="1"/>
              <a:t>x</a:t>
            </a:r>
            <a:r>
              <a:rPr lang="en-US" sz="2400" i="1" baseline="-25000"/>
              <a:t>i</a:t>
            </a:r>
            <a:r>
              <a:rPr lang="en-US" sz="2400" i="1"/>
              <a:t>x</a:t>
            </a:r>
            <a:r>
              <a:rPr lang="en-US" sz="2400" i="1" baseline="-25000"/>
              <a:t>i-1</a:t>
            </a:r>
            <a:r>
              <a:rPr lang="en-US" sz="2400"/>
              <a:t> =01, then </a:t>
            </a:r>
            <a:r>
              <a:rPr lang="en-US" sz="2400" i="1"/>
              <a:t>Y </a:t>
            </a:r>
            <a:r>
              <a:rPr lang="en-US" sz="2400"/>
              <a:t> is added to the current partial product </a:t>
            </a:r>
            <a:r>
              <a:rPr lang="en-US" sz="2400" i="1"/>
              <a:t>P</a:t>
            </a:r>
            <a:r>
              <a:rPr lang="en-US" sz="2400" i="1" baseline="-25000"/>
              <a:t>i</a:t>
            </a:r>
            <a:r>
              <a:rPr lang="en-US" sz="2400"/>
              <a:t>. </a:t>
            </a:r>
          </a:p>
          <a:p>
            <a:pPr eaLnBrk="1" hangingPunct="1">
              <a:lnSpc>
                <a:spcPct val="80000"/>
              </a:lnSpc>
              <a:buClr>
                <a:srgbClr val="000099"/>
              </a:buClr>
              <a:buSzPct val="125000"/>
              <a:buFont typeface="Wingdings" pitchFamily="2" charset="2"/>
              <a:buNone/>
            </a:pPr>
            <a:r>
              <a:rPr lang="en-US" sz="2400"/>
              <a:t>    If </a:t>
            </a:r>
            <a:r>
              <a:rPr lang="en-US" sz="2400" i="1"/>
              <a:t>x</a:t>
            </a:r>
            <a:r>
              <a:rPr lang="en-US" sz="2400" i="1" baseline="-25000"/>
              <a:t>i</a:t>
            </a:r>
            <a:r>
              <a:rPr lang="en-US" sz="2400" i="1"/>
              <a:t>x</a:t>
            </a:r>
            <a:r>
              <a:rPr lang="en-US" sz="2400" i="1" baseline="-25000"/>
              <a:t>i-1</a:t>
            </a:r>
            <a:r>
              <a:rPr lang="en-US" sz="2400"/>
              <a:t> =10, then </a:t>
            </a:r>
            <a:r>
              <a:rPr lang="en-US" sz="2400" i="1"/>
              <a:t>Y </a:t>
            </a:r>
            <a:r>
              <a:rPr lang="en-US" sz="2400"/>
              <a:t> is subtracted from </a:t>
            </a:r>
            <a:r>
              <a:rPr lang="en-US" sz="2400" i="1"/>
              <a:t>P</a:t>
            </a:r>
            <a:r>
              <a:rPr lang="en-US" sz="2400" i="1" baseline="-25000"/>
              <a:t>i</a:t>
            </a:r>
            <a:r>
              <a:rPr lang="en-US" sz="2400"/>
              <a:t>. </a:t>
            </a:r>
          </a:p>
          <a:p>
            <a:pPr eaLnBrk="1" hangingPunct="1">
              <a:lnSpc>
                <a:spcPct val="80000"/>
              </a:lnSpc>
              <a:buClr>
                <a:srgbClr val="000099"/>
              </a:buClr>
              <a:buSzPct val="125000"/>
              <a:buFont typeface="Wingdings" pitchFamily="2" charset="2"/>
              <a:buNone/>
            </a:pPr>
            <a:r>
              <a:rPr lang="en-US" sz="2400"/>
              <a:t>    If </a:t>
            </a:r>
            <a:r>
              <a:rPr lang="en-US" sz="2400" i="1"/>
              <a:t>x</a:t>
            </a:r>
            <a:r>
              <a:rPr lang="en-US" sz="2400" i="1" baseline="-25000"/>
              <a:t>i</a:t>
            </a:r>
            <a:r>
              <a:rPr lang="en-US" sz="2400" i="1"/>
              <a:t>x</a:t>
            </a:r>
            <a:r>
              <a:rPr lang="en-US" sz="2400" i="1" baseline="-25000"/>
              <a:t>i-1</a:t>
            </a:r>
            <a:r>
              <a:rPr lang="en-US" sz="2400"/>
              <a:t> =00 or 11, then neither addition or subtraction is performed.</a:t>
            </a:r>
          </a:p>
          <a:p>
            <a:pPr eaLnBrk="1" hangingPunct="1">
              <a:lnSpc>
                <a:spcPct val="80000"/>
              </a:lnSpc>
              <a:buClr>
                <a:srgbClr val="000099"/>
              </a:buClr>
              <a:buSzPct val="125000"/>
              <a:buFont typeface="Wingdings" pitchFamily="2" charset="2"/>
              <a:buNone/>
            </a:pPr>
            <a:endParaRPr lang="en-US" sz="2400"/>
          </a:p>
          <a:p>
            <a:pPr eaLnBrk="1" hangingPunct="1">
              <a:lnSpc>
                <a:spcPct val="80000"/>
              </a:lnSpc>
              <a:buClr>
                <a:srgbClr val="000099"/>
              </a:buClr>
              <a:buSzPct val="125000"/>
              <a:buFont typeface="Wingdings" pitchFamily="2" charset="2"/>
              <a:buChar char="§"/>
            </a:pPr>
            <a:r>
              <a:rPr lang="en-US" sz="2400" b="1">
                <a:solidFill>
                  <a:srgbClr val="006600"/>
                </a:solidFill>
              </a:rPr>
              <a:t>Step – 2:</a:t>
            </a:r>
          </a:p>
          <a:p>
            <a:pPr eaLnBrk="1" hangingPunct="1">
              <a:lnSpc>
                <a:spcPct val="80000"/>
              </a:lnSpc>
              <a:buClr>
                <a:srgbClr val="000099"/>
              </a:buClr>
              <a:buSzPct val="125000"/>
              <a:buFont typeface="Wingdings" pitchFamily="2" charset="2"/>
              <a:buNone/>
            </a:pPr>
            <a:r>
              <a:rPr lang="en-US" sz="2400"/>
              <a:t>	 Shift the product register right 1 bit.</a:t>
            </a:r>
          </a:p>
        </p:txBody>
      </p:sp>
      <p:pic>
        <p:nvPicPr>
          <p:cNvPr id="10244" name="Picture 7"/>
          <p:cNvPicPr>
            <a:picLocks noGrp="1" noChangeAspect="1" noChangeArrowheads="1"/>
          </p:cNvPicPr>
          <p:nvPr>
            <p:ph sz="half" idx="2"/>
          </p:nvPr>
        </p:nvPicPr>
        <p:blipFill>
          <a:blip r:embed="rId3"/>
          <a:srcRect/>
          <a:stretch>
            <a:fillRect/>
          </a:stretch>
        </p:blipFill>
        <p:spPr>
          <a:xfrm>
            <a:off x="1752600" y="1489075"/>
            <a:ext cx="5715000" cy="1330325"/>
          </a:xfr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487363"/>
            <a:ext cx="8229600" cy="884237"/>
          </a:xfrm>
        </p:spPr>
        <p:txBody>
          <a:bodyPr/>
          <a:lstStyle/>
          <a:p>
            <a:pPr algn="ctr" eaLnBrk="1" hangingPunct="1"/>
            <a:r>
              <a:rPr lang="en-US" sz="4000" b="1">
                <a:solidFill>
                  <a:srgbClr val="990000"/>
                </a:solidFill>
              </a:rPr>
              <a:t>Booth’s Multiplication Algorithm</a:t>
            </a:r>
          </a:p>
        </p:txBody>
      </p:sp>
      <p:sp>
        <p:nvSpPr>
          <p:cNvPr id="11267" name="Rectangle 3"/>
          <p:cNvSpPr>
            <a:spLocks noGrp="1" noChangeArrowheads="1"/>
          </p:cNvSpPr>
          <p:nvPr>
            <p:ph type="body" sz="half" idx="1"/>
          </p:nvPr>
        </p:nvSpPr>
        <p:spPr>
          <a:xfrm>
            <a:off x="457200" y="1752600"/>
            <a:ext cx="8229600" cy="4953000"/>
          </a:xfrm>
          <a:noFill/>
        </p:spPr>
        <p:txBody>
          <a:bodyPr/>
          <a:lstStyle/>
          <a:p>
            <a:pPr eaLnBrk="1" hangingPunct="1">
              <a:buClr>
                <a:srgbClr val="000099"/>
              </a:buClr>
              <a:buSzPct val="125000"/>
              <a:buFont typeface="Wingdings" pitchFamily="2" charset="2"/>
              <a:buChar char="§"/>
            </a:pPr>
            <a:r>
              <a:rPr lang="en-US" sz="2400"/>
              <a:t>It effectively skips over runs of 1s and runs of 0s that it encounters in </a:t>
            </a:r>
            <a:r>
              <a:rPr lang="en-US" sz="2400" i="1"/>
              <a:t>X</a:t>
            </a:r>
            <a:r>
              <a:rPr lang="en-US" sz="2400"/>
              <a:t>. </a:t>
            </a:r>
          </a:p>
          <a:p>
            <a:pPr eaLnBrk="1" hangingPunct="1">
              <a:buClr>
                <a:srgbClr val="000099"/>
              </a:buClr>
              <a:buSzPct val="125000"/>
              <a:buFont typeface="Wingdings" pitchFamily="2" charset="2"/>
              <a:buChar char="§"/>
            </a:pPr>
            <a:endParaRPr lang="en-US" sz="2400"/>
          </a:p>
          <a:p>
            <a:pPr eaLnBrk="1" hangingPunct="1">
              <a:buClr>
                <a:srgbClr val="000099"/>
              </a:buClr>
              <a:buSzPct val="125000"/>
              <a:buFont typeface="Wingdings" pitchFamily="2" charset="2"/>
              <a:buChar char="§"/>
            </a:pPr>
            <a:r>
              <a:rPr lang="en-US" sz="2400"/>
              <a:t>It reduces the average number of add-subtract steps and allows faster multipliers to be designed.</a:t>
            </a:r>
          </a:p>
          <a:p>
            <a:pPr eaLnBrk="1" hangingPunct="1">
              <a:buClr>
                <a:srgbClr val="000099"/>
              </a:buClr>
              <a:buSzPct val="125000"/>
              <a:buFont typeface="Wingdings" pitchFamily="2" charset="2"/>
              <a:buChar char="§"/>
            </a:pPr>
            <a:endParaRPr lang="en-US" sz="2400"/>
          </a:p>
          <a:p>
            <a:pPr eaLnBrk="1" hangingPunct="1">
              <a:buClr>
                <a:srgbClr val="000099"/>
              </a:buClr>
              <a:buSzPct val="125000"/>
              <a:buFont typeface="Wingdings" pitchFamily="2" charset="2"/>
              <a:buChar char="§"/>
            </a:pPr>
            <a:r>
              <a:rPr lang="en-US" sz="2400"/>
              <a:t>It involves more complex circuitry.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304800"/>
            <a:ext cx="8229600" cy="574122"/>
          </a:xfrm>
        </p:spPr>
        <p:txBody>
          <a:bodyPr/>
          <a:lstStyle/>
          <a:p>
            <a:pPr algn="ctr" eaLnBrk="1" hangingPunct="1"/>
            <a:r>
              <a:rPr lang="en-US" sz="4000" b="1" dirty="0">
                <a:solidFill>
                  <a:srgbClr val="990000"/>
                </a:solidFill>
              </a:rPr>
              <a:t>Example</a:t>
            </a:r>
          </a:p>
        </p:txBody>
      </p:sp>
      <p:sp>
        <p:nvSpPr>
          <p:cNvPr id="12292" name="Text Box 4"/>
          <p:cNvSpPr txBox="1">
            <a:spLocks noChangeArrowheads="1"/>
          </p:cNvSpPr>
          <p:nvPr/>
        </p:nvSpPr>
        <p:spPr bwMode="auto">
          <a:xfrm>
            <a:off x="3397804" y="6488668"/>
            <a:ext cx="1859996" cy="369332"/>
          </a:xfrm>
          <a:prstGeom prst="rect">
            <a:avLst/>
          </a:prstGeom>
          <a:noFill/>
          <a:ln w="9525">
            <a:noFill/>
            <a:miter lim="800000"/>
            <a:headEnd/>
            <a:tailEnd/>
          </a:ln>
        </p:spPr>
        <p:txBody>
          <a:bodyPr wrap="none">
            <a:spAutoFit/>
          </a:bodyPr>
          <a:lstStyle/>
          <a:p>
            <a:r>
              <a:rPr lang="en-US" sz="1800" dirty="0">
                <a:solidFill>
                  <a:srgbClr val="006600"/>
                </a:solidFill>
              </a:rPr>
              <a:t>01100</a:t>
            </a:r>
            <a:r>
              <a:rPr lang="en-US" sz="1800" baseline="-25000" dirty="0">
                <a:solidFill>
                  <a:srgbClr val="006600"/>
                </a:solidFill>
              </a:rPr>
              <a:t>2 </a:t>
            </a:r>
            <a:r>
              <a:rPr lang="en-US" sz="1800" dirty="0">
                <a:solidFill>
                  <a:srgbClr val="006600"/>
                </a:solidFill>
              </a:rPr>
              <a:t>X 00111</a:t>
            </a:r>
            <a:r>
              <a:rPr lang="en-US" sz="1800" baseline="-25000" dirty="0">
                <a:solidFill>
                  <a:srgbClr val="006600"/>
                </a:solidFill>
              </a:rPr>
              <a:t>2</a:t>
            </a:r>
          </a:p>
        </p:txBody>
      </p:sp>
      <p:pic>
        <p:nvPicPr>
          <p:cNvPr id="5" name="Picture 4">
            <a:extLst>
              <a:ext uri="{FF2B5EF4-FFF2-40B4-BE49-F238E27FC236}">
                <a16:creationId xmlns:a16="http://schemas.microsoft.com/office/drawing/2014/main" id="{47E16B99-F07A-46DD-204B-76CD3A311A60}"/>
              </a:ext>
            </a:extLst>
          </p:cNvPr>
          <p:cNvPicPr>
            <a:picLocks noChangeAspect="1"/>
          </p:cNvPicPr>
          <p:nvPr/>
        </p:nvPicPr>
        <p:blipFill>
          <a:blip r:embed="rId3"/>
          <a:stretch>
            <a:fillRect/>
          </a:stretch>
        </p:blipFill>
        <p:spPr>
          <a:xfrm>
            <a:off x="76200" y="914590"/>
            <a:ext cx="8962252" cy="56386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381000"/>
            <a:ext cx="8229600" cy="457200"/>
          </a:xfrm>
        </p:spPr>
        <p:txBody>
          <a:bodyPr/>
          <a:lstStyle/>
          <a:p>
            <a:pPr algn="ctr" eaLnBrk="1" hangingPunct="1"/>
            <a:r>
              <a:rPr lang="en-US" sz="4000" b="1" dirty="0">
                <a:solidFill>
                  <a:srgbClr val="990000"/>
                </a:solidFill>
              </a:rPr>
              <a:t>Example</a:t>
            </a:r>
          </a:p>
        </p:txBody>
      </p:sp>
      <p:sp>
        <p:nvSpPr>
          <p:cNvPr id="13315" name="Text Box 3"/>
          <p:cNvSpPr txBox="1">
            <a:spLocks noChangeArrowheads="1"/>
          </p:cNvSpPr>
          <p:nvPr/>
        </p:nvSpPr>
        <p:spPr bwMode="auto">
          <a:xfrm>
            <a:off x="3117121" y="6477000"/>
            <a:ext cx="2826479" cy="369332"/>
          </a:xfrm>
          <a:prstGeom prst="rect">
            <a:avLst/>
          </a:prstGeom>
          <a:noFill/>
          <a:ln w="9525">
            <a:noFill/>
            <a:miter lim="800000"/>
            <a:headEnd/>
            <a:tailEnd/>
          </a:ln>
        </p:spPr>
        <p:txBody>
          <a:bodyPr wrap="none">
            <a:spAutoFit/>
          </a:bodyPr>
          <a:lstStyle/>
          <a:p>
            <a:r>
              <a:rPr lang="en-US" sz="1800" dirty="0">
                <a:solidFill>
                  <a:srgbClr val="006600"/>
                </a:solidFill>
              </a:rPr>
              <a:t>2</a:t>
            </a:r>
            <a:r>
              <a:rPr lang="en-US" sz="1800" baseline="-25000" dirty="0">
                <a:solidFill>
                  <a:srgbClr val="006600"/>
                </a:solidFill>
              </a:rPr>
              <a:t>10 </a:t>
            </a:r>
            <a:r>
              <a:rPr lang="en-US" sz="1800" dirty="0">
                <a:solidFill>
                  <a:srgbClr val="006600"/>
                </a:solidFill>
              </a:rPr>
              <a:t>X -3</a:t>
            </a:r>
            <a:r>
              <a:rPr lang="en-US" sz="1800" baseline="-25000" dirty="0">
                <a:solidFill>
                  <a:srgbClr val="006600"/>
                </a:solidFill>
              </a:rPr>
              <a:t>10 </a:t>
            </a:r>
            <a:r>
              <a:rPr lang="en-US" sz="1800" dirty="0">
                <a:solidFill>
                  <a:srgbClr val="006600"/>
                </a:solidFill>
              </a:rPr>
              <a:t>= 0010</a:t>
            </a:r>
            <a:r>
              <a:rPr lang="en-US" sz="1800" baseline="-25000" dirty="0">
                <a:solidFill>
                  <a:srgbClr val="006600"/>
                </a:solidFill>
              </a:rPr>
              <a:t>2</a:t>
            </a:r>
            <a:r>
              <a:rPr lang="en-US" sz="1800" dirty="0">
                <a:solidFill>
                  <a:srgbClr val="006600"/>
                </a:solidFill>
              </a:rPr>
              <a:t> X 1101</a:t>
            </a:r>
            <a:r>
              <a:rPr lang="en-US" sz="1800" baseline="-25000" dirty="0">
                <a:solidFill>
                  <a:srgbClr val="006600"/>
                </a:solidFill>
              </a:rPr>
              <a:t>2</a:t>
            </a:r>
          </a:p>
        </p:txBody>
      </p:sp>
      <p:pic>
        <p:nvPicPr>
          <p:cNvPr id="5" name="Picture 4">
            <a:extLst>
              <a:ext uri="{FF2B5EF4-FFF2-40B4-BE49-F238E27FC236}">
                <a16:creationId xmlns:a16="http://schemas.microsoft.com/office/drawing/2014/main" id="{0C7A5DE0-57D0-D6B7-FBB8-B9E9DBA99FB7}"/>
              </a:ext>
            </a:extLst>
          </p:cNvPr>
          <p:cNvPicPr>
            <a:picLocks noChangeAspect="1"/>
          </p:cNvPicPr>
          <p:nvPr/>
        </p:nvPicPr>
        <p:blipFill>
          <a:blip r:embed="rId3"/>
          <a:stretch>
            <a:fillRect/>
          </a:stretch>
        </p:blipFill>
        <p:spPr>
          <a:xfrm>
            <a:off x="457200" y="900232"/>
            <a:ext cx="8305799" cy="55005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411163"/>
            <a:ext cx="8763000" cy="731837"/>
          </a:xfrm>
        </p:spPr>
        <p:txBody>
          <a:bodyPr/>
          <a:lstStyle/>
          <a:p>
            <a:pPr algn="ctr" eaLnBrk="1" hangingPunct="1"/>
            <a:r>
              <a:rPr lang="en-US" sz="3200" b="1">
                <a:solidFill>
                  <a:srgbClr val="990000"/>
                </a:solidFill>
              </a:rPr>
              <a:t>Validity of Booth’s Multiplication Algorithm</a:t>
            </a:r>
          </a:p>
        </p:txBody>
      </p:sp>
      <p:sp>
        <p:nvSpPr>
          <p:cNvPr id="14339" name="Rectangle 3"/>
          <p:cNvSpPr>
            <a:spLocks noGrp="1" noChangeArrowheads="1"/>
          </p:cNvSpPr>
          <p:nvPr>
            <p:ph type="body" sz="half" idx="1"/>
          </p:nvPr>
        </p:nvSpPr>
        <p:spPr>
          <a:xfrm>
            <a:off x="457200" y="1343025"/>
            <a:ext cx="8153400" cy="5211763"/>
          </a:xfrm>
          <a:noFill/>
        </p:spPr>
        <p:txBody>
          <a:bodyPr/>
          <a:lstStyle/>
          <a:p>
            <a:pPr eaLnBrk="1" hangingPunct="1">
              <a:lnSpc>
                <a:spcPct val="90000"/>
              </a:lnSpc>
              <a:buClr>
                <a:srgbClr val="000099"/>
              </a:buClr>
              <a:buSzPct val="125000"/>
              <a:buFont typeface="Wingdings" pitchFamily="2" charset="2"/>
              <a:buChar char="§"/>
            </a:pPr>
            <a:r>
              <a:rPr lang="en-US" sz="2000"/>
              <a:t>Let </a:t>
            </a:r>
            <a:r>
              <a:rPr lang="en-US" sz="2000" i="1"/>
              <a:t>X</a:t>
            </a:r>
            <a:r>
              <a:rPr lang="en-US" sz="2000"/>
              <a:t> is a positive integer and contains a subsequence </a:t>
            </a:r>
            <a:r>
              <a:rPr lang="en-US" sz="2000" i="1"/>
              <a:t>X</a:t>
            </a:r>
            <a:r>
              <a:rPr lang="en-US" sz="2000" i="1" baseline="30000"/>
              <a:t>*</a:t>
            </a:r>
            <a:r>
              <a:rPr lang="en-US" sz="2000"/>
              <a:t> consisting of a run of </a:t>
            </a:r>
            <a:r>
              <a:rPr lang="en-US" sz="2000" i="1"/>
              <a:t>k</a:t>
            </a:r>
            <a:r>
              <a:rPr lang="en-US" sz="2000"/>
              <a:t> 1s flanked by two 0s.</a:t>
            </a:r>
          </a:p>
          <a:p>
            <a:pPr eaLnBrk="1" hangingPunct="1">
              <a:lnSpc>
                <a:spcPct val="90000"/>
              </a:lnSpc>
              <a:buClr>
                <a:srgbClr val="000099"/>
              </a:buClr>
              <a:buSzPct val="125000"/>
              <a:buFont typeface="Wingdings" pitchFamily="2" charset="2"/>
              <a:buChar char="§"/>
            </a:pPr>
            <a:endParaRPr lang="en-US" sz="2000"/>
          </a:p>
          <a:p>
            <a:pPr eaLnBrk="1" hangingPunct="1">
              <a:lnSpc>
                <a:spcPct val="90000"/>
              </a:lnSpc>
              <a:buClr>
                <a:srgbClr val="000099"/>
              </a:buClr>
              <a:buSzPct val="125000"/>
              <a:buFont typeface="Wingdings" pitchFamily="2" charset="2"/>
              <a:buChar char="§"/>
            </a:pPr>
            <a:endParaRPr lang="en-US" sz="2000"/>
          </a:p>
          <a:p>
            <a:pPr eaLnBrk="1" hangingPunct="1">
              <a:lnSpc>
                <a:spcPct val="90000"/>
              </a:lnSpc>
              <a:buClr>
                <a:srgbClr val="000099"/>
              </a:buClr>
              <a:buSzPct val="125000"/>
              <a:buFont typeface="Wingdings" pitchFamily="2" charset="2"/>
              <a:buChar char="§"/>
            </a:pPr>
            <a:r>
              <a:rPr lang="en-US" sz="2000"/>
              <a:t>In normal multiplication the contribution of </a:t>
            </a:r>
            <a:r>
              <a:rPr lang="en-US" sz="2000" i="1"/>
              <a:t>X</a:t>
            </a:r>
            <a:r>
              <a:rPr lang="en-US" sz="2000" i="1" baseline="30000"/>
              <a:t>*</a:t>
            </a:r>
            <a:r>
              <a:rPr lang="en-US" sz="2000"/>
              <a:t> to </a:t>
            </a:r>
            <a:r>
              <a:rPr lang="en-US" sz="2000" i="1"/>
              <a:t>P = X </a:t>
            </a:r>
            <a:r>
              <a:rPr lang="en-US" sz="2000" i="1">
                <a:cs typeface="Times New Roman" pitchFamily="18" charset="0"/>
              </a:rPr>
              <a:t>× Y</a:t>
            </a:r>
            <a:r>
              <a:rPr lang="en-US" sz="2000">
                <a:cs typeface="Times New Roman" pitchFamily="18" charset="0"/>
              </a:rPr>
              <a:t> is</a:t>
            </a:r>
          </a:p>
          <a:p>
            <a:pPr eaLnBrk="1" hangingPunct="1">
              <a:lnSpc>
                <a:spcPct val="90000"/>
              </a:lnSpc>
              <a:buClr>
                <a:srgbClr val="000099"/>
              </a:buClr>
              <a:buSzPct val="125000"/>
              <a:buFont typeface="Wingdings" pitchFamily="2" charset="2"/>
              <a:buChar char="§"/>
            </a:pPr>
            <a:endParaRPr lang="en-US" sz="800">
              <a:cs typeface="Times New Roman" pitchFamily="18" charset="0"/>
            </a:endParaRPr>
          </a:p>
          <a:p>
            <a:pPr eaLnBrk="1" hangingPunct="1">
              <a:lnSpc>
                <a:spcPct val="90000"/>
              </a:lnSpc>
              <a:buClr>
                <a:srgbClr val="000099"/>
              </a:buClr>
              <a:buSzPct val="125000"/>
              <a:buFont typeface="Wingdings" pitchFamily="2" charset="2"/>
              <a:buChar char="§"/>
            </a:pPr>
            <a:r>
              <a:rPr lang="en-US" sz="2000">
                <a:cs typeface="Times New Roman" pitchFamily="18" charset="0"/>
              </a:rPr>
              <a:t>In booth’s multiplication,</a:t>
            </a:r>
            <a:r>
              <a:rPr lang="en-US" sz="2000" i="1">
                <a:cs typeface="Times New Roman" pitchFamily="18" charset="0"/>
              </a:rPr>
              <a:t> x</a:t>
            </a:r>
            <a:r>
              <a:rPr lang="en-US" sz="2000" i="1" baseline="-25000">
                <a:cs typeface="Times New Roman" pitchFamily="18" charset="0"/>
              </a:rPr>
              <a:t>i</a:t>
            </a:r>
            <a:r>
              <a:rPr lang="en-US" sz="2000" i="1">
                <a:cs typeface="Times New Roman" pitchFamily="18" charset="0"/>
              </a:rPr>
              <a:t>x</a:t>
            </a:r>
            <a:r>
              <a:rPr lang="en-US" sz="2000" i="1" baseline="-25000">
                <a:cs typeface="Times New Roman" pitchFamily="18" charset="0"/>
              </a:rPr>
              <a:t>i-1</a:t>
            </a:r>
            <a:r>
              <a:rPr lang="en-US" sz="2000" baseline="-25000">
                <a:cs typeface="Times New Roman" pitchFamily="18" charset="0"/>
              </a:rPr>
              <a:t> </a:t>
            </a:r>
            <a:r>
              <a:rPr lang="en-US" sz="2000">
                <a:cs typeface="Times New Roman" pitchFamily="18" charset="0"/>
              </a:rPr>
              <a:t>=01 which contributes </a:t>
            </a:r>
            <a:r>
              <a:rPr lang="en-US" sz="2000" i="1">
                <a:cs typeface="Times New Roman" pitchFamily="18" charset="0"/>
              </a:rPr>
              <a:t>2</a:t>
            </a:r>
            <a:r>
              <a:rPr lang="en-US" sz="2000" i="1" baseline="30000">
                <a:cs typeface="Times New Roman" pitchFamily="18" charset="0"/>
              </a:rPr>
              <a:t>i</a:t>
            </a:r>
            <a:r>
              <a:rPr lang="en-US" sz="2000" i="1">
                <a:cs typeface="Times New Roman" pitchFamily="18" charset="0"/>
              </a:rPr>
              <a:t>Y to P</a:t>
            </a:r>
            <a:r>
              <a:rPr lang="en-US" sz="2000">
                <a:cs typeface="Times New Roman" pitchFamily="18" charset="0"/>
              </a:rPr>
              <a:t>.</a:t>
            </a:r>
          </a:p>
          <a:p>
            <a:pPr eaLnBrk="1" hangingPunct="1">
              <a:lnSpc>
                <a:spcPct val="90000"/>
              </a:lnSpc>
              <a:buClr>
                <a:srgbClr val="000099"/>
              </a:buClr>
              <a:buSzPct val="125000"/>
              <a:buFont typeface="Wingdings" pitchFamily="2" charset="2"/>
              <a:buChar char="§"/>
            </a:pPr>
            <a:r>
              <a:rPr lang="en-US" sz="2000">
                <a:cs typeface="Times New Roman" pitchFamily="18" charset="0"/>
              </a:rPr>
              <a:t>When </a:t>
            </a:r>
            <a:r>
              <a:rPr lang="en-US" sz="2000" i="1">
                <a:cs typeface="Times New Roman" pitchFamily="18" charset="0"/>
              </a:rPr>
              <a:t>x</a:t>
            </a:r>
            <a:r>
              <a:rPr lang="en-US" sz="2000" i="1" baseline="-25000">
                <a:cs typeface="Times New Roman" pitchFamily="18" charset="0"/>
              </a:rPr>
              <a:t>i-k</a:t>
            </a:r>
            <a:r>
              <a:rPr lang="en-US" sz="2000" i="1">
                <a:cs typeface="Times New Roman" pitchFamily="18" charset="0"/>
              </a:rPr>
              <a:t>x</a:t>
            </a:r>
            <a:r>
              <a:rPr lang="en-US" sz="2000" i="1" baseline="-25000">
                <a:cs typeface="Times New Roman" pitchFamily="18" charset="0"/>
              </a:rPr>
              <a:t>i-k-1</a:t>
            </a:r>
            <a:r>
              <a:rPr lang="en-US" sz="2000" i="1">
                <a:cs typeface="Times New Roman" pitchFamily="18" charset="0"/>
              </a:rPr>
              <a:t> </a:t>
            </a:r>
            <a:r>
              <a:rPr lang="en-US" sz="2000">
                <a:cs typeface="Times New Roman" pitchFamily="18" charset="0"/>
              </a:rPr>
              <a:t>= 10 the contribution is </a:t>
            </a:r>
            <a:r>
              <a:rPr lang="en-US" sz="2000" i="1">
                <a:cs typeface="Times New Roman" pitchFamily="18" charset="0"/>
              </a:rPr>
              <a:t>-2</a:t>
            </a:r>
            <a:r>
              <a:rPr lang="en-US" sz="2000" i="1" baseline="30000">
                <a:cs typeface="Times New Roman" pitchFamily="18" charset="0"/>
              </a:rPr>
              <a:t>i-k</a:t>
            </a:r>
            <a:r>
              <a:rPr lang="en-US" sz="2000" i="1">
                <a:cs typeface="Times New Roman" pitchFamily="18" charset="0"/>
              </a:rPr>
              <a:t>Y to P</a:t>
            </a:r>
            <a:r>
              <a:rPr lang="en-US" sz="2000">
                <a:cs typeface="Times New Roman" pitchFamily="18" charset="0"/>
              </a:rPr>
              <a:t>.</a:t>
            </a:r>
          </a:p>
          <a:p>
            <a:pPr eaLnBrk="1" hangingPunct="1">
              <a:lnSpc>
                <a:spcPct val="90000"/>
              </a:lnSpc>
              <a:buClr>
                <a:srgbClr val="000099"/>
              </a:buClr>
              <a:buSzPct val="125000"/>
              <a:buFont typeface="Wingdings" pitchFamily="2" charset="2"/>
              <a:buChar char="§"/>
            </a:pPr>
            <a:r>
              <a:rPr lang="en-US" sz="2000">
                <a:cs typeface="Times New Roman" pitchFamily="18" charset="0"/>
              </a:rPr>
              <a:t>So the net contribution is </a:t>
            </a:r>
          </a:p>
          <a:p>
            <a:pPr eaLnBrk="1" hangingPunct="1">
              <a:lnSpc>
                <a:spcPct val="90000"/>
              </a:lnSpc>
              <a:buClr>
                <a:srgbClr val="000099"/>
              </a:buClr>
              <a:buSzPct val="125000"/>
              <a:buFont typeface="Wingdings" pitchFamily="2" charset="2"/>
              <a:buChar char="§"/>
            </a:pPr>
            <a:endParaRPr lang="en-US" sz="2000">
              <a:cs typeface="Times New Roman" pitchFamily="18" charset="0"/>
            </a:endParaRPr>
          </a:p>
          <a:p>
            <a:pPr eaLnBrk="1" hangingPunct="1">
              <a:lnSpc>
                <a:spcPct val="90000"/>
              </a:lnSpc>
              <a:buClr>
                <a:srgbClr val="000099"/>
              </a:buClr>
              <a:buSzPct val="125000"/>
              <a:buFont typeface="Wingdings" pitchFamily="2" charset="2"/>
              <a:buChar char="§"/>
            </a:pPr>
            <a:endParaRPr lang="en-US" sz="2000">
              <a:cs typeface="Times New Roman" pitchFamily="18" charset="0"/>
            </a:endParaRPr>
          </a:p>
          <a:p>
            <a:pPr eaLnBrk="1" hangingPunct="1">
              <a:lnSpc>
                <a:spcPct val="90000"/>
              </a:lnSpc>
              <a:buClr>
                <a:srgbClr val="000099"/>
              </a:buClr>
              <a:buSzPct val="125000"/>
              <a:buFont typeface="Wingdings" pitchFamily="2" charset="2"/>
              <a:buChar char="§"/>
            </a:pPr>
            <a:endParaRPr lang="en-US" sz="2000">
              <a:cs typeface="Times New Roman" pitchFamily="18" charset="0"/>
            </a:endParaRPr>
          </a:p>
          <a:p>
            <a:pPr eaLnBrk="1" hangingPunct="1">
              <a:lnSpc>
                <a:spcPct val="90000"/>
              </a:lnSpc>
              <a:buClr>
                <a:srgbClr val="000099"/>
              </a:buClr>
              <a:buSzPct val="125000"/>
              <a:buFont typeface="Wingdings" pitchFamily="2" charset="2"/>
              <a:buChar char="§"/>
            </a:pPr>
            <a:endParaRPr lang="en-US" sz="2000">
              <a:cs typeface="Times New Roman" pitchFamily="18" charset="0"/>
            </a:endParaRPr>
          </a:p>
          <a:p>
            <a:pPr eaLnBrk="1" hangingPunct="1">
              <a:lnSpc>
                <a:spcPct val="90000"/>
              </a:lnSpc>
              <a:buClr>
                <a:srgbClr val="000099"/>
              </a:buClr>
              <a:buSzPct val="125000"/>
              <a:buFont typeface="Wingdings" pitchFamily="2" charset="2"/>
              <a:buChar char="§"/>
            </a:pPr>
            <a:endParaRPr lang="en-US" sz="2000">
              <a:cs typeface="Times New Roman" pitchFamily="18" charset="0"/>
            </a:endParaRPr>
          </a:p>
          <a:p>
            <a:pPr eaLnBrk="1" hangingPunct="1">
              <a:lnSpc>
                <a:spcPct val="90000"/>
              </a:lnSpc>
              <a:buClr>
                <a:srgbClr val="000099"/>
              </a:buClr>
              <a:buSzPct val="125000"/>
              <a:buFont typeface="Wingdings" pitchFamily="2" charset="2"/>
              <a:buChar char="§"/>
            </a:pPr>
            <a:endParaRPr lang="en-US" sz="2000">
              <a:cs typeface="Times New Roman" pitchFamily="18" charset="0"/>
            </a:endParaRPr>
          </a:p>
          <a:p>
            <a:pPr eaLnBrk="1" hangingPunct="1">
              <a:lnSpc>
                <a:spcPct val="90000"/>
              </a:lnSpc>
              <a:buClr>
                <a:srgbClr val="000099"/>
              </a:buClr>
              <a:buSzPct val="125000"/>
              <a:buFont typeface="Wingdings" pitchFamily="2" charset="2"/>
              <a:buChar char="§"/>
            </a:pPr>
            <a:r>
              <a:rPr lang="en-US" sz="2000">
                <a:cs typeface="Times New Roman" pitchFamily="18" charset="0"/>
              </a:rPr>
              <a:t>If  j=m+i-k then we get</a:t>
            </a:r>
          </a:p>
        </p:txBody>
      </p:sp>
      <p:pic>
        <p:nvPicPr>
          <p:cNvPr id="14340" name="Picture 4"/>
          <p:cNvPicPr>
            <a:picLocks noGrp="1" noChangeAspect="1" noChangeArrowheads="1"/>
          </p:cNvPicPr>
          <p:nvPr>
            <p:ph sz="quarter" idx="2"/>
          </p:nvPr>
        </p:nvPicPr>
        <p:blipFill>
          <a:blip r:embed="rId3"/>
          <a:srcRect/>
          <a:stretch>
            <a:fillRect/>
          </a:stretch>
        </p:blipFill>
        <p:spPr>
          <a:xfrm>
            <a:off x="2971800" y="1952625"/>
            <a:ext cx="2781300" cy="609600"/>
          </a:xfrm>
          <a:noFill/>
        </p:spPr>
      </p:pic>
      <p:pic>
        <p:nvPicPr>
          <p:cNvPr id="14341" name="Picture 5"/>
          <p:cNvPicPr>
            <a:picLocks noGrp="1" noChangeAspect="1" noChangeArrowheads="1"/>
          </p:cNvPicPr>
          <p:nvPr>
            <p:ph sz="quarter" idx="3"/>
          </p:nvPr>
        </p:nvPicPr>
        <p:blipFill>
          <a:blip r:embed="rId4"/>
          <a:srcRect/>
          <a:stretch>
            <a:fillRect/>
          </a:stretch>
        </p:blipFill>
        <p:spPr>
          <a:xfrm>
            <a:off x="7696200" y="2638425"/>
            <a:ext cx="838200" cy="622300"/>
          </a:xfrm>
          <a:noFill/>
        </p:spPr>
      </p:pic>
      <p:pic>
        <p:nvPicPr>
          <p:cNvPr id="14342" name="Picture 6"/>
          <p:cNvPicPr>
            <a:picLocks noChangeAspect="1" noChangeArrowheads="1"/>
          </p:cNvPicPr>
          <p:nvPr/>
        </p:nvPicPr>
        <p:blipFill>
          <a:blip r:embed="rId5"/>
          <a:srcRect/>
          <a:stretch>
            <a:fillRect/>
          </a:stretch>
        </p:blipFill>
        <p:spPr bwMode="auto">
          <a:xfrm>
            <a:off x="3810000" y="3781425"/>
            <a:ext cx="3048000" cy="2009775"/>
          </a:xfrm>
          <a:prstGeom prst="rect">
            <a:avLst/>
          </a:prstGeom>
          <a:noFill/>
          <a:ln w="9525">
            <a:noFill/>
            <a:miter lim="800000"/>
            <a:headEnd/>
            <a:tailEnd/>
          </a:ln>
        </p:spPr>
      </p:pic>
      <p:pic>
        <p:nvPicPr>
          <p:cNvPr id="14343" name="Picture 7"/>
          <p:cNvPicPr>
            <a:picLocks noChangeAspect="1" noChangeArrowheads="1"/>
          </p:cNvPicPr>
          <p:nvPr/>
        </p:nvPicPr>
        <p:blipFill>
          <a:blip r:embed="rId6"/>
          <a:srcRect/>
          <a:stretch>
            <a:fillRect/>
          </a:stretch>
        </p:blipFill>
        <p:spPr bwMode="auto">
          <a:xfrm>
            <a:off x="3581400" y="5991225"/>
            <a:ext cx="876300" cy="7143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381000"/>
            <a:ext cx="8229600" cy="1371600"/>
          </a:xfrm>
        </p:spPr>
        <p:txBody>
          <a:bodyPr/>
          <a:lstStyle/>
          <a:p>
            <a:pPr algn="ctr" eaLnBrk="1" hangingPunct="1"/>
            <a:r>
              <a:rPr lang="en-US" sz="3200" b="1">
                <a:solidFill>
                  <a:srgbClr val="990000"/>
                </a:solidFill>
              </a:rPr>
              <a:t>Array Implementation of the Booth Multiplication Algorithm</a:t>
            </a:r>
          </a:p>
        </p:txBody>
      </p:sp>
      <p:sp>
        <p:nvSpPr>
          <p:cNvPr id="15363" name="Rectangle 3"/>
          <p:cNvSpPr>
            <a:spLocks noGrp="1" noChangeArrowheads="1"/>
          </p:cNvSpPr>
          <p:nvPr>
            <p:ph type="body" sz="half" idx="1"/>
          </p:nvPr>
        </p:nvSpPr>
        <p:spPr>
          <a:xfrm>
            <a:off x="457200" y="1981200"/>
            <a:ext cx="8229600" cy="3886200"/>
          </a:xfrm>
          <a:noFill/>
        </p:spPr>
        <p:txBody>
          <a:bodyPr/>
          <a:lstStyle/>
          <a:p>
            <a:pPr eaLnBrk="1" hangingPunct="1">
              <a:lnSpc>
                <a:spcPct val="80000"/>
              </a:lnSpc>
              <a:buClr>
                <a:srgbClr val="000099"/>
              </a:buClr>
              <a:buSzPct val="125000"/>
              <a:buFont typeface="Wingdings" pitchFamily="2" charset="2"/>
              <a:buChar char="§"/>
            </a:pPr>
            <a:r>
              <a:rPr lang="en-US" sz="2400" dirty="0"/>
              <a:t>It requires a multifunction cell capable of addition, subtraction and no operation (skip).</a:t>
            </a:r>
          </a:p>
          <a:p>
            <a:pPr eaLnBrk="1" hangingPunct="1">
              <a:lnSpc>
                <a:spcPct val="80000"/>
              </a:lnSpc>
              <a:buClr>
                <a:srgbClr val="000099"/>
              </a:buClr>
              <a:buSzPct val="125000"/>
              <a:buFont typeface="Wingdings" pitchFamily="2" charset="2"/>
              <a:buChar char="§"/>
            </a:pPr>
            <a:endParaRPr lang="en-US" sz="2400" dirty="0"/>
          </a:p>
          <a:p>
            <a:pPr eaLnBrk="1" hangingPunct="1">
              <a:lnSpc>
                <a:spcPct val="80000"/>
              </a:lnSpc>
              <a:buClr>
                <a:srgbClr val="000099"/>
              </a:buClr>
              <a:buSzPct val="125000"/>
              <a:buFont typeface="Wingdings" pitchFamily="2" charset="2"/>
              <a:buChar char="§"/>
            </a:pPr>
            <a:endParaRPr lang="en-US" sz="2400" dirty="0"/>
          </a:p>
          <a:p>
            <a:pPr eaLnBrk="1" hangingPunct="1">
              <a:lnSpc>
                <a:spcPct val="80000"/>
              </a:lnSpc>
              <a:buClr>
                <a:srgbClr val="000099"/>
              </a:buClr>
              <a:buSzPct val="125000"/>
              <a:buFont typeface="Wingdings" pitchFamily="2" charset="2"/>
              <a:buChar char="§"/>
            </a:pPr>
            <a:endParaRPr lang="en-US" sz="2400" dirty="0"/>
          </a:p>
          <a:p>
            <a:pPr eaLnBrk="1" hangingPunct="1">
              <a:lnSpc>
                <a:spcPct val="80000"/>
              </a:lnSpc>
              <a:buClr>
                <a:srgbClr val="000099"/>
              </a:buClr>
              <a:buSzPct val="125000"/>
              <a:buFont typeface="Wingdings" pitchFamily="2" charset="2"/>
              <a:buChar char="§"/>
            </a:pPr>
            <a:endParaRPr lang="en-US" sz="2400" dirty="0"/>
          </a:p>
          <a:p>
            <a:pPr eaLnBrk="1" hangingPunct="1">
              <a:lnSpc>
                <a:spcPct val="80000"/>
              </a:lnSpc>
              <a:buClr>
                <a:srgbClr val="000099"/>
              </a:buClr>
              <a:buSzPct val="125000"/>
              <a:buFont typeface="Wingdings" pitchFamily="2" charset="2"/>
              <a:buChar char="§"/>
            </a:pPr>
            <a:endParaRPr lang="en-US" sz="2400" dirty="0"/>
          </a:p>
          <a:p>
            <a:pPr eaLnBrk="1" hangingPunct="1">
              <a:lnSpc>
                <a:spcPct val="80000"/>
              </a:lnSpc>
              <a:buClr>
                <a:srgbClr val="000099"/>
              </a:buClr>
              <a:buSzPct val="125000"/>
              <a:buFont typeface="Wingdings" pitchFamily="2" charset="2"/>
              <a:buChar char="§"/>
            </a:pPr>
            <a:endParaRPr lang="en-US" sz="2400" dirty="0"/>
          </a:p>
          <a:p>
            <a:pPr eaLnBrk="1" hangingPunct="1">
              <a:lnSpc>
                <a:spcPct val="80000"/>
              </a:lnSpc>
              <a:buClr>
                <a:srgbClr val="000099"/>
              </a:buClr>
              <a:buSzPct val="125000"/>
              <a:buFont typeface="Wingdings" pitchFamily="2" charset="2"/>
              <a:buChar char="§"/>
            </a:pPr>
            <a:endParaRPr lang="en-US" sz="2400" dirty="0"/>
          </a:p>
          <a:p>
            <a:pPr eaLnBrk="1" hangingPunct="1">
              <a:lnSpc>
                <a:spcPct val="80000"/>
              </a:lnSpc>
              <a:buClr>
                <a:srgbClr val="000099"/>
              </a:buClr>
              <a:buSzPct val="125000"/>
              <a:buFont typeface="Wingdings" pitchFamily="2" charset="2"/>
              <a:buChar char="§"/>
            </a:pPr>
            <a:r>
              <a:rPr lang="en-US" sz="2400" dirty="0"/>
              <a:t>The functions of B are defined by z = a </a:t>
            </a:r>
            <a:r>
              <a:rPr lang="en-US" sz="2400" dirty="0">
                <a:sym typeface="Symbol" pitchFamily="18" charset="2"/>
              </a:rPr>
              <a:t></a:t>
            </a:r>
            <a:r>
              <a:rPr lang="en-US" sz="2400" dirty="0"/>
              <a:t> </a:t>
            </a:r>
            <a:r>
              <a:rPr lang="en-US" sz="2400" dirty="0" err="1"/>
              <a:t>bH</a:t>
            </a:r>
            <a:r>
              <a:rPr lang="en-US" sz="2400" dirty="0"/>
              <a:t> </a:t>
            </a:r>
            <a:r>
              <a:rPr lang="en-US" sz="2400" dirty="0">
                <a:sym typeface="Symbol" pitchFamily="18" charset="2"/>
              </a:rPr>
              <a:t></a:t>
            </a:r>
            <a:r>
              <a:rPr lang="en-US" sz="2400" dirty="0"/>
              <a:t> </a:t>
            </a:r>
            <a:r>
              <a:rPr lang="en-US" sz="2400" dirty="0" err="1"/>
              <a:t>cH</a:t>
            </a:r>
            <a:r>
              <a:rPr lang="en-US" sz="2400" dirty="0"/>
              <a:t> and C</a:t>
            </a:r>
            <a:r>
              <a:rPr lang="en-US" sz="2400" baseline="-25000" dirty="0"/>
              <a:t>out</a:t>
            </a:r>
            <a:r>
              <a:rPr lang="en-US" sz="2400" dirty="0"/>
              <a:t> = (a </a:t>
            </a:r>
            <a:r>
              <a:rPr lang="en-US" sz="2400" dirty="0">
                <a:sym typeface="Symbol" pitchFamily="18" charset="2"/>
              </a:rPr>
              <a:t></a:t>
            </a:r>
            <a:r>
              <a:rPr lang="en-US" sz="2400" dirty="0"/>
              <a:t> D)(</a:t>
            </a:r>
            <a:r>
              <a:rPr lang="en-US" sz="2400" dirty="0" err="1"/>
              <a:t>b+c</a:t>
            </a:r>
            <a:r>
              <a:rPr lang="en-US" sz="2400" dirty="0"/>
              <a:t>) + </a:t>
            </a:r>
            <a:r>
              <a:rPr lang="en-US" sz="2400" dirty="0" err="1"/>
              <a:t>bc</a:t>
            </a:r>
            <a:endParaRPr lang="en-US" sz="2400" dirty="0"/>
          </a:p>
        </p:txBody>
      </p:sp>
      <p:pic>
        <p:nvPicPr>
          <p:cNvPr id="7" name="Content Placeholder 6" descr="A diagram of a function">
            <a:extLst>
              <a:ext uri="{FF2B5EF4-FFF2-40B4-BE49-F238E27FC236}">
                <a16:creationId xmlns:a16="http://schemas.microsoft.com/office/drawing/2014/main" id="{5550AE87-C8EA-ECA1-0E59-5461D171DDA3}"/>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1066800" y="2743200"/>
            <a:ext cx="6934200" cy="2387676"/>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p:txBody>
          <a:bodyPr/>
          <a:lstStyle/>
          <a:p>
            <a:pPr algn="ctr" eaLnBrk="1" hangingPunct="1"/>
            <a:r>
              <a:rPr lang="en-US" sz="3200" b="1">
                <a:solidFill>
                  <a:srgbClr val="990000"/>
                </a:solidFill>
              </a:rPr>
              <a:t>Array Implementation of the Booth Multiplication Algorithm</a:t>
            </a:r>
          </a:p>
        </p:txBody>
      </p:sp>
      <p:sp>
        <p:nvSpPr>
          <p:cNvPr id="1029" name="Rectangle 3"/>
          <p:cNvSpPr>
            <a:spLocks noGrp="1" noChangeArrowheads="1"/>
          </p:cNvSpPr>
          <p:nvPr>
            <p:ph type="body" sz="half" idx="1"/>
          </p:nvPr>
        </p:nvSpPr>
        <p:spPr>
          <a:xfrm>
            <a:off x="381000" y="1981200"/>
            <a:ext cx="8686800" cy="4648200"/>
          </a:xfrm>
          <a:noFill/>
        </p:spPr>
        <p:txBody>
          <a:bodyPr/>
          <a:lstStyle/>
          <a:p>
            <a:pPr eaLnBrk="1" hangingPunct="1">
              <a:lnSpc>
                <a:spcPct val="90000"/>
              </a:lnSpc>
              <a:buClr>
                <a:srgbClr val="000099"/>
              </a:buClr>
              <a:buSzPct val="125000"/>
              <a:buFont typeface="Wingdings" pitchFamily="2" charset="2"/>
              <a:buNone/>
            </a:pPr>
            <a:r>
              <a:rPr lang="en-US" sz="2200" b="1">
                <a:solidFill>
                  <a:srgbClr val="006600"/>
                </a:solidFill>
              </a:rPr>
              <a:t>	z = a </a:t>
            </a:r>
            <a:r>
              <a:rPr lang="en-US" sz="2200" b="1">
                <a:solidFill>
                  <a:srgbClr val="006600"/>
                </a:solidFill>
                <a:sym typeface="Symbol" pitchFamily="18" charset="2"/>
              </a:rPr>
              <a:t></a:t>
            </a:r>
            <a:r>
              <a:rPr lang="en-US" sz="2200" b="1">
                <a:solidFill>
                  <a:srgbClr val="006600"/>
                </a:solidFill>
              </a:rPr>
              <a:t> bH </a:t>
            </a:r>
            <a:r>
              <a:rPr lang="en-US" sz="2200" b="1">
                <a:solidFill>
                  <a:srgbClr val="006600"/>
                </a:solidFill>
                <a:sym typeface="Symbol" pitchFamily="18" charset="2"/>
              </a:rPr>
              <a:t></a:t>
            </a:r>
            <a:r>
              <a:rPr lang="en-US" sz="2200" b="1">
                <a:solidFill>
                  <a:srgbClr val="006600"/>
                </a:solidFill>
              </a:rPr>
              <a:t> cH and C</a:t>
            </a:r>
            <a:r>
              <a:rPr lang="en-US" sz="2200" b="1" baseline="-25000">
                <a:solidFill>
                  <a:srgbClr val="006600"/>
                </a:solidFill>
              </a:rPr>
              <a:t>out</a:t>
            </a:r>
            <a:r>
              <a:rPr lang="en-US" sz="2200" b="1">
                <a:solidFill>
                  <a:srgbClr val="006600"/>
                </a:solidFill>
              </a:rPr>
              <a:t> = (a </a:t>
            </a:r>
            <a:r>
              <a:rPr lang="en-US" sz="2200" b="1">
                <a:solidFill>
                  <a:srgbClr val="006600"/>
                </a:solidFill>
                <a:sym typeface="Symbol" pitchFamily="18" charset="2"/>
              </a:rPr>
              <a:t></a:t>
            </a:r>
            <a:r>
              <a:rPr lang="en-US" sz="2200" b="1">
                <a:solidFill>
                  <a:srgbClr val="006600"/>
                </a:solidFill>
              </a:rPr>
              <a:t> D)(b+c) + bc</a:t>
            </a:r>
          </a:p>
          <a:p>
            <a:pPr eaLnBrk="1" hangingPunct="1">
              <a:lnSpc>
                <a:spcPct val="90000"/>
              </a:lnSpc>
              <a:buClr>
                <a:srgbClr val="000099"/>
              </a:buClr>
              <a:buSzPct val="125000"/>
              <a:buFont typeface="Wingdings" pitchFamily="2" charset="2"/>
              <a:buNone/>
            </a:pPr>
            <a:endParaRPr lang="en-US" sz="2200" b="1">
              <a:solidFill>
                <a:srgbClr val="006600"/>
              </a:solidFill>
            </a:endParaRPr>
          </a:p>
          <a:p>
            <a:pPr eaLnBrk="1" hangingPunct="1">
              <a:lnSpc>
                <a:spcPct val="90000"/>
              </a:lnSpc>
              <a:buClr>
                <a:srgbClr val="000099"/>
              </a:buClr>
              <a:buSzPct val="125000"/>
              <a:buFont typeface="Wingdings" pitchFamily="2" charset="2"/>
              <a:buChar char="§"/>
            </a:pPr>
            <a:r>
              <a:rPr lang="en-US" sz="2200"/>
              <a:t>When HD = 10 the equations reduce to full adder equations.</a:t>
            </a:r>
          </a:p>
          <a:p>
            <a:pPr eaLnBrk="1" hangingPunct="1">
              <a:lnSpc>
                <a:spcPct val="90000"/>
              </a:lnSpc>
              <a:buClr>
                <a:srgbClr val="000099"/>
              </a:buClr>
              <a:buSzPct val="125000"/>
              <a:buFont typeface="Wingdings" pitchFamily="2" charset="2"/>
              <a:buChar char="§"/>
            </a:pPr>
            <a:endParaRPr lang="en-US" sz="2800"/>
          </a:p>
          <a:p>
            <a:pPr eaLnBrk="1" hangingPunct="1">
              <a:lnSpc>
                <a:spcPct val="90000"/>
              </a:lnSpc>
              <a:buClr>
                <a:srgbClr val="000099"/>
              </a:buClr>
              <a:buSzPct val="125000"/>
              <a:buFont typeface="Wingdings" pitchFamily="2" charset="2"/>
              <a:buNone/>
            </a:pPr>
            <a:r>
              <a:rPr lang="en-US" sz="2800"/>
              <a:t>	</a:t>
            </a:r>
          </a:p>
          <a:p>
            <a:pPr eaLnBrk="1" hangingPunct="1">
              <a:lnSpc>
                <a:spcPct val="90000"/>
              </a:lnSpc>
              <a:buClr>
                <a:srgbClr val="000099"/>
              </a:buClr>
              <a:buSzPct val="125000"/>
              <a:buFont typeface="Wingdings" pitchFamily="2" charset="2"/>
              <a:buChar char="§"/>
            </a:pPr>
            <a:r>
              <a:rPr lang="en-US" sz="2200"/>
              <a:t>When HD = 11 the equations reduce to full subtracter equations.</a:t>
            </a:r>
          </a:p>
          <a:p>
            <a:pPr eaLnBrk="1" hangingPunct="1">
              <a:lnSpc>
                <a:spcPct val="90000"/>
              </a:lnSpc>
              <a:buClr>
                <a:srgbClr val="000099"/>
              </a:buClr>
              <a:buSzPct val="125000"/>
              <a:buFont typeface="Wingdings" pitchFamily="2" charset="2"/>
              <a:buNone/>
            </a:pPr>
            <a:r>
              <a:rPr lang="en-US" sz="2200"/>
              <a:t>	</a:t>
            </a:r>
            <a:endParaRPr lang="en-US" sz="2800"/>
          </a:p>
          <a:p>
            <a:pPr eaLnBrk="1" hangingPunct="1">
              <a:lnSpc>
                <a:spcPct val="90000"/>
              </a:lnSpc>
              <a:buClr>
                <a:srgbClr val="000099"/>
              </a:buClr>
              <a:buSzPct val="125000"/>
              <a:buFont typeface="Wingdings" pitchFamily="2" charset="2"/>
              <a:buChar char="§"/>
            </a:pPr>
            <a:endParaRPr lang="en-US" sz="2800"/>
          </a:p>
          <a:p>
            <a:pPr eaLnBrk="1" hangingPunct="1">
              <a:lnSpc>
                <a:spcPct val="90000"/>
              </a:lnSpc>
              <a:buClr>
                <a:srgbClr val="000099"/>
              </a:buClr>
              <a:buSzPct val="125000"/>
              <a:buFont typeface="Wingdings" pitchFamily="2" charset="2"/>
              <a:buChar char="§"/>
            </a:pPr>
            <a:r>
              <a:rPr lang="en-US" sz="2200"/>
              <a:t>When H = 0 then z = a and carry plays no role in the final result.</a:t>
            </a:r>
          </a:p>
          <a:p>
            <a:pPr eaLnBrk="1" hangingPunct="1">
              <a:lnSpc>
                <a:spcPct val="90000"/>
              </a:lnSpc>
              <a:buClr>
                <a:srgbClr val="000099"/>
              </a:buClr>
              <a:buSzPct val="125000"/>
              <a:buFont typeface="Wingdings" pitchFamily="2" charset="2"/>
              <a:buChar char="§"/>
            </a:pPr>
            <a:endParaRPr lang="en-US" sz="2200"/>
          </a:p>
          <a:p>
            <a:pPr eaLnBrk="1" hangingPunct="1">
              <a:lnSpc>
                <a:spcPct val="90000"/>
              </a:lnSpc>
              <a:buClr>
                <a:srgbClr val="000099"/>
              </a:buClr>
              <a:buSzPct val="125000"/>
              <a:buFont typeface="Wingdings" pitchFamily="2" charset="2"/>
              <a:buChar char="§"/>
            </a:pPr>
            <a:r>
              <a:rPr lang="en-US" sz="2200"/>
              <a:t>A n </a:t>
            </a:r>
            <a:r>
              <a:rPr lang="en-US" sz="2200">
                <a:cs typeface="Times New Roman" pitchFamily="18" charset="0"/>
              </a:rPr>
              <a:t>× n bit multiplier is constructed from n</a:t>
            </a:r>
            <a:r>
              <a:rPr lang="en-US" sz="2200" baseline="30000">
                <a:cs typeface="Times New Roman" pitchFamily="18" charset="0"/>
              </a:rPr>
              <a:t>2</a:t>
            </a:r>
            <a:r>
              <a:rPr lang="en-US" sz="2200">
                <a:cs typeface="Times New Roman" pitchFamily="18" charset="0"/>
              </a:rPr>
              <a:t> + n(n-1)/2 cells.</a:t>
            </a:r>
          </a:p>
          <a:p>
            <a:pPr eaLnBrk="1" hangingPunct="1">
              <a:lnSpc>
                <a:spcPct val="90000"/>
              </a:lnSpc>
              <a:buClr>
                <a:srgbClr val="000099"/>
              </a:buClr>
              <a:buSzPct val="125000"/>
              <a:buFont typeface="Wingdings" pitchFamily="2" charset="2"/>
              <a:buChar char="§"/>
            </a:pPr>
            <a:endParaRPr lang="en-US" sz="2200"/>
          </a:p>
        </p:txBody>
      </p:sp>
      <p:graphicFrame>
        <p:nvGraphicFramePr>
          <p:cNvPr id="1026" name="Object 4"/>
          <p:cNvGraphicFramePr>
            <a:graphicFrameLocks noGrp="1" noChangeAspect="1"/>
          </p:cNvGraphicFramePr>
          <p:nvPr>
            <p:ph sz="quarter" idx="2"/>
          </p:nvPr>
        </p:nvGraphicFramePr>
        <p:xfrm>
          <a:off x="2971800" y="4445000"/>
          <a:ext cx="2489200" cy="812800"/>
        </p:xfrm>
        <a:graphic>
          <a:graphicData uri="http://schemas.openxmlformats.org/presentationml/2006/ole">
            <mc:AlternateContent xmlns:mc="http://schemas.openxmlformats.org/markup-compatibility/2006">
              <mc:Choice xmlns:v="urn:schemas-microsoft-com:vml" Requires="v">
                <p:oleObj name="Equation" r:id="rId3" imgW="2489040" imgH="812520" progId="Equation.3">
                  <p:embed/>
                </p:oleObj>
              </mc:Choice>
              <mc:Fallback>
                <p:oleObj name="Equation" r:id="rId3" imgW="2489040" imgH="81252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4445000"/>
                        <a:ext cx="24892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6"/>
          <p:cNvGraphicFramePr>
            <a:graphicFrameLocks noGrp="1" noChangeAspect="1"/>
          </p:cNvGraphicFramePr>
          <p:nvPr>
            <p:ph sz="quarter" idx="3"/>
          </p:nvPr>
        </p:nvGraphicFramePr>
        <p:xfrm>
          <a:off x="3048000" y="3149600"/>
          <a:ext cx="2425700" cy="812800"/>
        </p:xfrm>
        <a:graphic>
          <a:graphicData uri="http://schemas.openxmlformats.org/presentationml/2006/ole">
            <mc:AlternateContent xmlns:mc="http://schemas.openxmlformats.org/markup-compatibility/2006">
              <mc:Choice xmlns:v="urn:schemas-microsoft-com:vml" Requires="v">
                <p:oleObj name="Equation" r:id="rId5" imgW="2425680" imgH="812520" progId="Equation.3">
                  <p:embed/>
                </p:oleObj>
              </mc:Choice>
              <mc:Fallback>
                <p:oleObj name="Equation" r:id="rId5" imgW="2425680" imgH="81252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3149600"/>
                        <a:ext cx="24257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457200" y="381000"/>
            <a:ext cx="8229600" cy="1371600"/>
          </a:xfrm>
        </p:spPr>
        <p:txBody>
          <a:bodyPr/>
          <a:lstStyle/>
          <a:p>
            <a:pPr algn="ctr" eaLnBrk="1" hangingPunct="1"/>
            <a:r>
              <a:rPr lang="en-US" sz="3200" b="1">
                <a:solidFill>
                  <a:srgbClr val="990000"/>
                </a:solidFill>
              </a:rPr>
              <a:t>Array Implementation of the Booth Multiplication Algorithm</a:t>
            </a:r>
          </a:p>
        </p:txBody>
      </p:sp>
      <p:sp>
        <p:nvSpPr>
          <p:cNvPr id="2052" name="Rectangle 3"/>
          <p:cNvSpPr>
            <a:spLocks noGrp="1" noChangeArrowheads="1"/>
          </p:cNvSpPr>
          <p:nvPr>
            <p:ph type="body" sz="half" idx="1"/>
          </p:nvPr>
        </p:nvSpPr>
        <p:spPr>
          <a:xfrm>
            <a:off x="457200" y="1981200"/>
            <a:ext cx="8153400" cy="1504950"/>
          </a:xfrm>
          <a:noFill/>
        </p:spPr>
        <p:txBody>
          <a:bodyPr/>
          <a:lstStyle/>
          <a:p>
            <a:pPr eaLnBrk="1" hangingPunct="1">
              <a:buClr>
                <a:srgbClr val="000099"/>
              </a:buClr>
              <a:buSzPct val="125000"/>
              <a:buFont typeface="Wingdings" pitchFamily="2" charset="2"/>
              <a:buChar char="§"/>
            </a:pPr>
            <a:r>
              <a:rPr lang="en-US" sz="2400">
                <a:cs typeface="Times New Roman" pitchFamily="18" charset="0"/>
              </a:rPr>
              <a:t>C cell generates control input H and D required by the B cells depending on the combination of x</a:t>
            </a:r>
            <a:r>
              <a:rPr lang="en-US" sz="2400" baseline="-25000">
                <a:cs typeface="Times New Roman" pitchFamily="18" charset="0"/>
              </a:rPr>
              <a:t>i</a:t>
            </a:r>
            <a:r>
              <a:rPr lang="en-US" sz="2400">
                <a:cs typeface="Times New Roman" pitchFamily="18" charset="0"/>
              </a:rPr>
              <a:t>x</a:t>
            </a:r>
            <a:r>
              <a:rPr lang="en-US" sz="2400" baseline="-25000">
                <a:cs typeface="Times New Roman" pitchFamily="18" charset="0"/>
              </a:rPr>
              <a:t>i-1</a:t>
            </a:r>
            <a:r>
              <a:rPr lang="en-US" sz="2400">
                <a:cs typeface="Times New Roman" pitchFamily="18" charset="0"/>
              </a:rPr>
              <a:t>.</a:t>
            </a:r>
            <a:endParaRPr lang="en-US" sz="2400"/>
          </a:p>
        </p:txBody>
      </p:sp>
      <p:graphicFrame>
        <p:nvGraphicFramePr>
          <p:cNvPr id="401445" name="Group 37"/>
          <p:cNvGraphicFramePr>
            <a:graphicFrameLocks noGrp="1"/>
          </p:cNvGraphicFramePr>
          <p:nvPr>
            <p:ph sz="quarter" idx="3"/>
          </p:nvPr>
        </p:nvGraphicFramePr>
        <p:xfrm>
          <a:off x="2514600" y="3984625"/>
          <a:ext cx="2971800" cy="2187576"/>
        </p:xfrm>
        <a:graphic>
          <a:graphicData uri="http://schemas.openxmlformats.org/drawingml/2006/table">
            <a:tbl>
              <a:tblPr/>
              <a:tblGrid>
                <a:gridCol w="742950">
                  <a:extLst>
                    <a:ext uri="{9D8B030D-6E8A-4147-A177-3AD203B41FA5}">
                      <a16:colId xmlns:a16="http://schemas.microsoft.com/office/drawing/2014/main" val="20000"/>
                    </a:ext>
                  </a:extLst>
                </a:gridCol>
                <a:gridCol w="742950">
                  <a:extLst>
                    <a:ext uri="{9D8B030D-6E8A-4147-A177-3AD203B41FA5}">
                      <a16:colId xmlns:a16="http://schemas.microsoft.com/office/drawing/2014/main" val="20001"/>
                    </a:ext>
                  </a:extLst>
                </a:gridCol>
                <a:gridCol w="742950">
                  <a:extLst>
                    <a:ext uri="{9D8B030D-6E8A-4147-A177-3AD203B41FA5}">
                      <a16:colId xmlns:a16="http://schemas.microsoft.com/office/drawing/2014/main" val="20002"/>
                    </a:ext>
                  </a:extLst>
                </a:gridCol>
                <a:gridCol w="742950">
                  <a:extLst>
                    <a:ext uri="{9D8B030D-6E8A-4147-A177-3AD203B41FA5}">
                      <a16:colId xmlns:a16="http://schemas.microsoft.com/office/drawing/2014/main" val="20003"/>
                    </a:ext>
                  </a:extLst>
                </a:gridCol>
              </a:tblGrid>
              <a:tr h="4381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x</a:t>
                      </a:r>
                      <a:r>
                        <a:rPr kumimoji="0" lang="en-US" sz="1800" b="0" i="0" u="none" strike="noStrike" cap="none" normalizeH="0" baseline="-25000">
                          <a:ln>
                            <a:noFill/>
                          </a:ln>
                          <a:solidFill>
                            <a:schemeClr val="tx1"/>
                          </a:solidFill>
                          <a:effectLst/>
                          <a:latin typeface="Arial" charset="0"/>
                        </a:rPr>
                        <a:t>i</a:t>
                      </a:r>
                      <a:endParaRPr kumimoji="0" lang="en-US" sz="1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x</a:t>
                      </a:r>
                      <a:r>
                        <a:rPr kumimoji="0" lang="en-US" sz="1800" b="0" i="0" u="none" strike="noStrike" cap="none" normalizeH="0" baseline="-25000">
                          <a:ln>
                            <a:noFill/>
                          </a:ln>
                          <a:solidFill>
                            <a:schemeClr val="tx1"/>
                          </a:solidFill>
                          <a:effectLst/>
                          <a:latin typeface="Arial" charset="0"/>
                        </a:rPr>
                        <a:t>i-1</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81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2050" name="Object 39"/>
          <p:cNvGraphicFramePr>
            <a:graphicFrameLocks noGrp="1" noChangeAspect="1"/>
          </p:cNvGraphicFramePr>
          <p:nvPr>
            <p:ph sz="quarter" idx="2"/>
          </p:nvPr>
        </p:nvGraphicFramePr>
        <p:xfrm>
          <a:off x="3422650" y="2870200"/>
          <a:ext cx="1535113" cy="863600"/>
        </p:xfrm>
        <a:graphic>
          <a:graphicData uri="http://schemas.openxmlformats.org/presentationml/2006/ole">
            <mc:AlternateContent xmlns:mc="http://schemas.openxmlformats.org/markup-compatibility/2006">
              <mc:Choice xmlns:v="urn:schemas-microsoft-com:vml" Requires="v">
                <p:oleObj name="Equation" r:id="rId3" imgW="812520" imgH="457200" progId="Equation.3">
                  <p:embed/>
                </p:oleObj>
              </mc:Choice>
              <mc:Fallback>
                <p:oleObj name="Equation" r:id="rId3" imgW="812520" imgH="457200" progId="Equation.3">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2650" y="2870200"/>
                        <a:ext cx="153511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lgn="ctr" eaLnBrk="1" hangingPunct="1"/>
            <a:r>
              <a:rPr lang="en-US" sz="3200" b="1">
                <a:solidFill>
                  <a:srgbClr val="990000"/>
                </a:solidFill>
              </a:rPr>
              <a:t>Array Implementation of the Booth Multiplication Algorithm</a:t>
            </a:r>
          </a:p>
        </p:txBody>
      </p:sp>
      <p:pic>
        <p:nvPicPr>
          <p:cNvPr id="5" name="Content Placeholder 4" descr="A diagram of a block diagram&#10;&#10;AI-generated content may be incorrect.">
            <a:extLst>
              <a:ext uri="{FF2B5EF4-FFF2-40B4-BE49-F238E27FC236}">
                <a16:creationId xmlns:a16="http://schemas.microsoft.com/office/drawing/2014/main" id="{3BA91679-691C-42CF-4AA6-DBE41220FCE1}"/>
              </a:ext>
            </a:extLst>
          </p:cNvPr>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126460" y="1905000"/>
            <a:ext cx="8915400" cy="4430954"/>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533400"/>
            <a:ext cx="8229600" cy="427038"/>
          </a:xfrm>
        </p:spPr>
        <p:txBody>
          <a:bodyPr/>
          <a:lstStyle/>
          <a:p>
            <a:pPr algn="ctr"/>
            <a:r>
              <a:rPr lang="en-US" sz="4000" b="1">
                <a:solidFill>
                  <a:srgbClr val="990000"/>
                </a:solidFill>
              </a:rPr>
              <a:t>Floating-Point Addition</a:t>
            </a:r>
          </a:p>
        </p:txBody>
      </p:sp>
      <p:pic>
        <p:nvPicPr>
          <p:cNvPr id="17411" name="Picture 3"/>
          <p:cNvPicPr>
            <a:picLocks noGrp="1" noChangeAspect="1" noChangeArrowheads="1"/>
          </p:cNvPicPr>
          <p:nvPr>
            <p:ph sz="half" idx="1"/>
          </p:nvPr>
        </p:nvPicPr>
        <p:blipFill>
          <a:blip r:embed="rId3"/>
          <a:srcRect/>
          <a:stretch>
            <a:fillRect/>
          </a:stretch>
        </p:blipFill>
        <p:spPr>
          <a:xfrm>
            <a:off x="1795463" y="3584575"/>
            <a:ext cx="4148137" cy="339725"/>
          </a:xfrm>
          <a:noFill/>
        </p:spPr>
      </p:pic>
      <p:pic>
        <p:nvPicPr>
          <p:cNvPr id="17412" name="Picture 4"/>
          <p:cNvPicPr>
            <a:picLocks noGrp="1" noChangeAspect="1" noChangeArrowheads="1"/>
          </p:cNvPicPr>
          <p:nvPr>
            <p:ph sz="quarter" idx="2"/>
          </p:nvPr>
        </p:nvPicPr>
        <p:blipFill>
          <a:blip r:embed="rId4"/>
          <a:srcRect/>
          <a:stretch>
            <a:fillRect/>
          </a:stretch>
        </p:blipFill>
        <p:spPr>
          <a:xfrm>
            <a:off x="3200400" y="4721225"/>
            <a:ext cx="1216025" cy="1087438"/>
          </a:xfrm>
          <a:noFill/>
        </p:spPr>
      </p:pic>
      <p:sp>
        <p:nvSpPr>
          <p:cNvPr id="17413" name="Rectangle 5"/>
          <p:cNvSpPr>
            <a:spLocks noChangeArrowheads="1"/>
          </p:cNvSpPr>
          <p:nvPr/>
        </p:nvSpPr>
        <p:spPr bwMode="auto">
          <a:xfrm>
            <a:off x="533400" y="1143000"/>
            <a:ext cx="8382000" cy="5562600"/>
          </a:xfrm>
          <a:prstGeom prst="rect">
            <a:avLst/>
          </a:prstGeom>
          <a:noFill/>
          <a:ln w="9525">
            <a:noFill/>
            <a:miter lim="800000"/>
            <a:headEnd/>
            <a:tailEnd/>
          </a:ln>
        </p:spPr>
        <p:txBody>
          <a:bodyPr/>
          <a:lstStyle/>
          <a:p>
            <a:pPr marL="342900" indent="-342900" eaLnBrk="1" hangingPunct="1">
              <a:spcBef>
                <a:spcPct val="20000"/>
              </a:spcBef>
              <a:buClr>
                <a:srgbClr val="000099"/>
              </a:buClr>
              <a:buSzPct val="125000"/>
              <a:buFont typeface="Wingdings" pitchFamily="2" charset="2"/>
              <a:buChar char="§"/>
            </a:pPr>
            <a:r>
              <a:rPr lang="en-US" sz="2200" b="0"/>
              <a:t>9.999 </a:t>
            </a:r>
            <a:r>
              <a:rPr lang="en-US" sz="2200" b="0">
                <a:cs typeface="Times New Roman" pitchFamily="18" charset="0"/>
              </a:rPr>
              <a:t>× 10</a:t>
            </a:r>
            <a:r>
              <a:rPr lang="en-US" sz="2200" b="0" baseline="30000">
                <a:cs typeface="Times New Roman" pitchFamily="18" charset="0"/>
              </a:rPr>
              <a:t>1</a:t>
            </a:r>
            <a:r>
              <a:rPr lang="en-US" sz="2200" b="0">
                <a:cs typeface="Times New Roman" pitchFamily="18" charset="0"/>
              </a:rPr>
              <a:t> + 1.610 × 10</a:t>
            </a:r>
            <a:r>
              <a:rPr lang="en-US" sz="2200" b="0" baseline="30000">
                <a:cs typeface="Times New Roman" pitchFamily="18" charset="0"/>
              </a:rPr>
              <a:t>-1</a:t>
            </a:r>
            <a:r>
              <a:rPr lang="en-US" sz="2200" b="0">
                <a:cs typeface="Times New Roman" pitchFamily="18" charset="0"/>
              </a:rPr>
              <a:t>. Assume that we can store four decimal digits of the significand and two decimal digits of the exponent.</a:t>
            </a:r>
          </a:p>
          <a:p>
            <a:pPr marL="342900" indent="-342900" eaLnBrk="1" hangingPunct="1">
              <a:spcBef>
                <a:spcPct val="20000"/>
              </a:spcBef>
              <a:buClr>
                <a:schemeClr val="accent2"/>
              </a:buClr>
              <a:buSzPct val="75000"/>
              <a:buFont typeface="Wingdings" pitchFamily="2" charset="2"/>
              <a:buNone/>
            </a:pPr>
            <a:endParaRPr lang="en-US" sz="2200" b="0">
              <a:cs typeface="Times New Roman" pitchFamily="18" charset="0"/>
            </a:endParaRPr>
          </a:p>
          <a:p>
            <a:pPr marL="342900" indent="-342900" eaLnBrk="1" hangingPunct="1">
              <a:spcBef>
                <a:spcPct val="20000"/>
              </a:spcBef>
              <a:buClr>
                <a:schemeClr val="bg2"/>
              </a:buClr>
              <a:buSzPct val="75000"/>
              <a:buFont typeface="Wingdings" pitchFamily="2" charset="2"/>
              <a:buNone/>
            </a:pPr>
            <a:r>
              <a:rPr lang="en-US" sz="2200" u="sng">
                <a:solidFill>
                  <a:srgbClr val="006600"/>
                </a:solidFill>
                <a:cs typeface="Times New Roman" pitchFamily="18" charset="0"/>
              </a:rPr>
              <a:t>Step 1:</a:t>
            </a:r>
            <a:r>
              <a:rPr lang="en-US" sz="2200" b="0">
                <a:cs typeface="Times New Roman" pitchFamily="18" charset="0"/>
              </a:rPr>
              <a:t>  Align the decimal point of the number that has the smaller exponent.</a:t>
            </a:r>
          </a:p>
          <a:p>
            <a:pPr marL="342900" indent="-342900" eaLnBrk="1" hangingPunct="1">
              <a:spcBef>
                <a:spcPct val="20000"/>
              </a:spcBef>
              <a:buClr>
                <a:schemeClr val="bg2"/>
              </a:buClr>
              <a:buSzPct val="75000"/>
              <a:buFont typeface="Wingdings" pitchFamily="2" charset="2"/>
              <a:buNone/>
            </a:pPr>
            <a:endParaRPr lang="en-US" sz="2200" b="0" u="sng">
              <a:cs typeface="Times New Roman" pitchFamily="18" charset="0"/>
            </a:endParaRPr>
          </a:p>
          <a:p>
            <a:pPr marL="342900" indent="-342900" eaLnBrk="1" hangingPunct="1">
              <a:spcBef>
                <a:spcPct val="20000"/>
              </a:spcBef>
              <a:buClr>
                <a:schemeClr val="bg2"/>
              </a:buClr>
              <a:buSzPct val="75000"/>
              <a:buFont typeface="Wingdings" pitchFamily="2" charset="2"/>
              <a:buNone/>
            </a:pPr>
            <a:endParaRPr lang="en-US" sz="1000" b="0" u="sng">
              <a:cs typeface="Times New Roman" pitchFamily="18" charset="0"/>
            </a:endParaRPr>
          </a:p>
          <a:p>
            <a:pPr marL="342900" indent="-342900" eaLnBrk="1" hangingPunct="1">
              <a:spcBef>
                <a:spcPct val="20000"/>
              </a:spcBef>
              <a:buClr>
                <a:schemeClr val="bg2"/>
              </a:buClr>
              <a:buSzPct val="75000"/>
              <a:buFont typeface="Wingdings" pitchFamily="2" charset="2"/>
              <a:buNone/>
            </a:pPr>
            <a:r>
              <a:rPr lang="en-US" sz="2200" b="0">
                <a:cs typeface="Times New Roman" pitchFamily="18" charset="0"/>
              </a:rPr>
              <a:t>After shifting, the number is </a:t>
            </a:r>
          </a:p>
          <a:p>
            <a:pPr marL="342900" indent="-342900" eaLnBrk="1" hangingPunct="1">
              <a:spcBef>
                <a:spcPct val="20000"/>
              </a:spcBef>
              <a:buClr>
                <a:schemeClr val="bg2"/>
              </a:buClr>
              <a:buSzPct val="75000"/>
              <a:buFont typeface="Wingdings" pitchFamily="2" charset="2"/>
              <a:buNone/>
            </a:pPr>
            <a:r>
              <a:rPr lang="en-US" sz="2200" u="sng">
                <a:solidFill>
                  <a:srgbClr val="006600"/>
                </a:solidFill>
                <a:cs typeface="Times New Roman" pitchFamily="18" charset="0"/>
              </a:rPr>
              <a:t>Step 2:</a:t>
            </a:r>
            <a:r>
              <a:rPr lang="en-US" sz="2200" b="0">
                <a:cs typeface="Times New Roman" pitchFamily="18" charset="0"/>
              </a:rPr>
              <a:t> Add the significands.</a:t>
            </a:r>
          </a:p>
          <a:p>
            <a:pPr marL="342900" indent="-342900" eaLnBrk="1" hangingPunct="1">
              <a:spcBef>
                <a:spcPct val="20000"/>
              </a:spcBef>
              <a:buClr>
                <a:schemeClr val="bg2"/>
              </a:buClr>
              <a:buSzPct val="75000"/>
              <a:buFont typeface="Wingdings" pitchFamily="2" charset="2"/>
              <a:buNone/>
            </a:pPr>
            <a:endParaRPr lang="en-US" sz="2200" b="0">
              <a:cs typeface="Times New Roman" pitchFamily="18" charset="0"/>
            </a:endParaRPr>
          </a:p>
          <a:p>
            <a:pPr marL="342900" indent="-342900" eaLnBrk="1" hangingPunct="1">
              <a:spcBef>
                <a:spcPct val="20000"/>
              </a:spcBef>
              <a:buClr>
                <a:schemeClr val="bg2"/>
              </a:buClr>
              <a:buSzPct val="75000"/>
              <a:buFont typeface="Wingdings" pitchFamily="2" charset="2"/>
              <a:buNone/>
            </a:pPr>
            <a:endParaRPr lang="en-US" sz="2200" b="0">
              <a:cs typeface="Times New Roman" pitchFamily="18" charset="0"/>
            </a:endParaRPr>
          </a:p>
          <a:p>
            <a:pPr marL="342900" indent="-342900" eaLnBrk="1" hangingPunct="1">
              <a:spcBef>
                <a:spcPct val="20000"/>
              </a:spcBef>
              <a:buClr>
                <a:schemeClr val="bg2"/>
              </a:buClr>
              <a:buSzPct val="75000"/>
              <a:buFont typeface="Wingdings" pitchFamily="2" charset="2"/>
              <a:buNone/>
            </a:pPr>
            <a:endParaRPr lang="en-US" sz="2200" b="0">
              <a:cs typeface="Times New Roman" pitchFamily="18" charset="0"/>
            </a:endParaRPr>
          </a:p>
          <a:p>
            <a:pPr marL="342900" indent="-342900" eaLnBrk="1" hangingPunct="1">
              <a:spcBef>
                <a:spcPct val="20000"/>
              </a:spcBef>
              <a:buClr>
                <a:schemeClr val="bg2"/>
              </a:buClr>
              <a:buSzPct val="75000"/>
              <a:buFont typeface="Wingdings" pitchFamily="2" charset="2"/>
              <a:buNone/>
            </a:pPr>
            <a:endParaRPr lang="en-US" sz="2200" b="0">
              <a:cs typeface="Times New Roman" pitchFamily="18" charset="0"/>
            </a:endParaRPr>
          </a:p>
          <a:p>
            <a:pPr marL="342900" indent="-342900" eaLnBrk="1" hangingPunct="1">
              <a:spcBef>
                <a:spcPct val="20000"/>
              </a:spcBef>
              <a:buClr>
                <a:schemeClr val="bg2"/>
              </a:buClr>
              <a:buSzPct val="75000"/>
              <a:buFont typeface="Wingdings" pitchFamily="2" charset="2"/>
              <a:buNone/>
            </a:pPr>
            <a:r>
              <a:rPr lang="en-US" sz="2200" b="0">
                <a:cs typeface="Times New Roman" pitchFamily="18" charset="0"/>
              </a:rPr>
              <a:t>The sum is </a:t>
            </a:r>
          </a:p>
        </p:txBody>
      </p:sp>
      <p:pic>
        <p:nvPicPr>
          <p:cNvPr id="17414" name="Picture 6"/>
          <p:cNvPicPr>
            <a:picLocks noGrp="1" noChangeAspect="1" noChangeArrowheads="1"/>
          </p:cNvPicPr>
          <p:nvPr>
            <p:ph sz="quarter" idx="3"/>
          </p:nvPr>
        </p:nvPicPr>
        <p:blipFill>
          <a:blip r:embed="rId5"/>
          <a:srcRect/>
          <a:stretch>
            <a:fillRect/>
          </a:stretch>
        </p:blipFill>
        <p:spPr>
          <a:xfrm>
            <a:off x="2133600" y="6323013"/>
            <a:ext cx="1295400" cy="407987"/>
          </a:xfr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487363"/>
            <a:ext cx="8229600" cy="731837"/>
          </a:xfrm>
        </p:spPr>
        <p:txBody>
          <a:bodyPr/>
          <a:lstStyle/>
          <a:p>
            <a:pPr algn="ctr"/>
            <a:r>
              <a:rPr lang="en-US" sz="4000" b="1">
                <a:solidFill>
                  <a:srgbClr val="990000"/>
                </a:solidFill>
              </a:rPr>
              <a:t>Floating-Point Addition</a:t>
            </a:r>
          </a:p>
        </p:txBody>
      </p:sp>
      <p:pic>
        <p:nvPicPr>
          <p:cNvPr id="18435" name="Picture 3"/>
          <p:cNvPicPr>
            <a:picLocks noGrp="1" noChangeAspect="1" noChangeArrowheads="1"/>
          </p:cNvPicPr>
          <p:nvPr>
            <p:ph sz="half" idx="1"/>
          </p:nvPr>
        </p:nvPicPr>
        <p:blipFill>
          <a:blip r:embed="rId3"/>
          <a:srcRect/>
          <a:stretch>
            <a:fillRect/>
          </a:stretch>
        </p:blipFill>
        <p:spPr>
          <a:xfrm>
            <a:off x="1600200" y="2327275"/>
            <a:ext cx="3048000" cy="417513"/>
          </a:xfrm>
          <a:noFill/>
        </p:spPr>
      </p:pic>
      <p:sp>
        <p:nvSpPr>
          <p:cNvPr id="18436" name="Rectangle 4"/>
          <p:cNvSpPr>
            <a:spLocks noChangeArrowheads="1"/>
          </p:cNvSpPr>
          <p:nvPr/>
        </p:nvSpPr>
        <p:spPr bwMode="auto">
          <a:xfrm>
            <a:off x="533400" y="1447800"/>
            <a:ext cx="8382000" cy="4953000"/>
          </a:xfrm>
          <a:prstGeom prst="rect">
            <a:avLst/>
          </a:prstGeom>
          <a:noFill/>
          <a:ln w="9525">
            <a:noFill/>
            <a:miter lim="800000"/>
            <a:headEnd/>
            <a:tailEnd/>
          </a:ln>
        </p:spPr>
        <p:txBody>
          <a:bodyPr/>
          <a:lstStyle/>
          <a:p>
            <a:pPr marL="342900" indent="-342900" eaLnBrk="1" hangingPunct="1">
              <a:spcBef>
                <a:spcPct val="20000"/>
              </a:spcBef>
              <a:buClr>
                <a:schemeClr val="bg2"/>
              </a:buClr>
              <a:buSzPct val="75000"/>
              <a:buFont typeface="Wingdings" pitchFamily="2" charset="2"/>
              <a:buNone/>
            </a:pPr>
            <a:r>
              <a:rPr lang="en-US" u="sng">
                <a:solidFill>
                  <a:srgbClr val="006600"/>
                </a:solidFill>
              </a:rPr>
              <a:t>Step 3:</a:t>
            </a:r>
            <a:r>
              <a:rPr lang="en-US" b="0">
                <a:solidFill>
                  <a:schemeClr val="accent2"/>
                </a:solidFill>
              </a:rPr>
              <a:t> </a:t>
            </a:r>
            <a:r>
              <a:rPr lang="en-US" b="0"/>
              <a:t>Normalize the result.</a:t>
            </a:r>
          </a:p>
          <a:p>
            <a:pPr marL="342900" indent="-342900" eaLnBrk="1" hangingPunct="1">
              <a:spcBef>
                <a:spcPct val="20000"/>
              </a:spcBef>
              <a:buClr>
                <a:schemeClr val="bg2"/>
              </a:buClr>
              <a:buSzPct val="75000"/>
              <a:buFont typeface="Wingdings" pitchFamily="2" charset="2"/>
              <a:buNone/>
            </a:pPr>
            <a:endParaRPr lang="en-US" b="0"/>
          </a:p>
          <a:p>
            <a:pPr marL="342900" indent="-342900" eaLnBrk="1" hangingPunct="1">
              <a:spcBef>
                <a:spcPct val="20000"/>
              </a:spcBef>
              <a:buClr>
                <a:schemeClr val="bg2"/>
              </a:buClr>
              <a:buSzPct val="75000"/>
              <a:buFont typeface="Wingdings" pitchFamily="2" charset="2"/>
              <a:buNone/>
            </a:pPr>
            <a:endParaRPr lang="en-US" b="0"/>
          </a:p>
          <a:p>
            <a:pPr marL="342900" indent="-342900" eaLnBrk="1" hangingPunct="1">
              <a:spcBef>
                <a:spcPct val="20000"/>
              </a:spcBef>
              <a:buClr>
                <a:schemeClr val="bg2"/>
              </a:buClr>
              <a:buSzPct val="75000"/>
              <a:buFont typeface="Wingdings" pitchFamily="2" charset="2"/>
              <a:buNone/>
            </a:pPr>
            <a:r>
              <a:rPr lang="en-US" b="0"/>
              <a:t>Check for underflow and overflow.</a:t>
            </a:r>
          </a:p>
          <a:p>
            <a:pPr marL="342900" indent="-342900" eaLnBrk="1" hangingPunct="1">
              <a:spcBef>
                <a:spcPct val="20000"/>
              </a:spcBef>
              <a:buClr>
                <a:schemeClr val="bg2"/>
              </a:buClr>
              <a:buSzPct val="75000"/>
              <a:buFont typeface="Wingdings" pitchFamily="2" charset="2"/>
              <a:buNone/>
            </a:pPr>
            <a:endParaRPr lang="en-US" b="0"/>
          </a:p>
          <a:p>
            <a:pPr marL="342900" indent="-342900" eaLnBrk="1" hangingPunct="1">
              <a:spcBef>
                <a:spcPct val="20000"/>
              </a:spcBef>
              <a:buClr>
                <a:schemeClr val="bg2"/>
              </a:buClr>
              <a:buSzPct val="75000"/>
              <a:buFont typeface="Wingdings" pitchFamily="2" charset="2"/>
              <a:buNone/>
            </a:pPr>
            <a:r>
              <a:rPr lang="en-US" u="sng">
                <a:solidFill>
                  <a:srgbClr val="006600"/>
                </a:solidFill>
              </a:rPr>
              <a:t>Step 4:</a:t>
            </a:r>
            <a:r>
              <a:rPr lang="en-US" b="0">
                <a:solidFill>
                  <a:schemeClr val="accent2"/>
                </a:solidFill>
              </a:rPr>
              <a:t>  </a:t>
            </a:r>
            <a:r>
              <a:rPr lang="en-US" b="0"/>
              <a:t>Round the result. </a:t>
            </a:r>
          </a:p>
          <a:p>
            <a:pPr marL="342900" indent="-342900" eaLnBrk="1" hangingPunct="1">
              <a:spcBef>
                <a:spcPct val="20000"/>
              </a:spcBef>
              <a:buClr>
                <a:schemeClr val="bg2"/>
              </a:buClr>
              <a:buSzPct val="75000"/>
              <a:buFont typeface="Wingdings" pitchFamily="2" charset="2"/>
              <a:buNone/>
            </a:pPr>
            <a:r>
              <a:rPr lang="en-US" b="0"/>
              <a:t>Truncate the number if the digit to the right of the desired point is between 0 and 4. Add 1 to the digit if the number to the right is between 5 and 9.</a:t>
            </a:r>
          </a:p>
        </p:txBody>
      </p:sp>
      <p:pic>
        <p:nvPicPr>
          <p:cNvPr id="18437" name="Picture 5"/>
          <p:cNvPicPr>
            <a:picLocks noGrp="1" noChangeAspect="1" noChangeArrowheads="1"/>
          </p:cNvPicPr>
          <p:nvPr>
            <p:ph sz="half" idx="2"/>
          </p:nvPr>
        </p:nvPicPr>
        <p:blipFill>
          <a:blip r:embed="rId4"/>
          <a:srcRect/>
          <a:stretch>
            <a:fillRect/>
          </a:stretch>
        </p:blipFill>
        <p:spPr>
          <a:xfrm>
            <a:off x="3276600" y="5305425"/>
            <a:ext cx="1371600" cy="409575"/>
          </a:xfr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4047" y="1828800"/>
            <a:ext cx="4267200" cy="731837"/>
          </a:xfrm>
        </p:spPr>
        <p:txBody>
          <a:bodyPr/>
          <a:lstStyle/>
          <a:p>
            <a:pPr algn="ctr"/>
            <a:r>
              <a:rPr lang="en-US" sz="4000" b="1" dirty="0">
                <a:solidFill>
                  <a:srgbClr val="990000"/>
                </a:solidFill>
              </a:rPr>
              <a:t>Floating-Point Addition</a:t>
            </a:r>
          </a:p>
        </p:txBody>
      </p:sp>
      <p:pic>
        <p:nvPicPr>
          <p:cNvPr id="3" name="Picture 2">
            <a:extLst>
              <a:ext uri="{FF2B5EF4-FFF2-40B4-BE49-F238E27FC236}">
                <a16:creationId xmlns:a16="http://schemas.microsoft.com/office/drawing/2014/main" id="{8AA9E2E9-8B26-122B-B2D6-5323046D0A86}"/>
              </a:ext>
            </a:extLst>
          </p:cNvPr>
          <p:cNvPicPr>
            <a:picLocks noChangeAspect="1"/>
          </p:cNvPicPr>
          <p:nvPr/>
        </p:nvPicPr>
        <p:blipFill>
          <a:blip r:embed="rId3"/>
          <a:stretch>
            <a:fillRect/>
          </a:stretch>
        </p:blipFill>
        <p:spPr>
          <a:xfrm>
            <a:off x="4191000" y="76200"/>
            <a:ext cx="4038600" cy="668690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sz="quarter"/>
          </p:nvPr>
        </p:nvSpPr>
        <p:spPr>
          <a:xfrm>
            <a:off x="152400" y="411163"/>
            <a:ext cx="8915400" cy="884237"/>
          </a:xfrm>
        </p:spPr>
        <p:txBody>
          <a:bodyPr/>
          <a:lstStyle/>
          <a:p>
            <a:pPr algn="ctr"/>
            <a:r>
              <a:rPr lang="en-US" sz="4000" b="1" dirty="0">
                <a:solidFill>
                  <a:srgbClr val="990000"/>
                </a:solidFill>
              </a:rPr>
              <a:t>Example of Floating-Point Addition</a:t>
            </a:r>
          </a:p>
        </p:txBody>
      </p:sp>
      <p:sp>
        <p:nvSpPr>
          <p:cNvPr id="20486" name="Rectangle 6"/>
          <p:cNvSpPr>
            <a:spLocks noChangeArrowheads="1"/>
          </p:cNvSpPr>
          <p:nvPr/>
        </p:nvSpPr>
        <p:spPr bwMode="auto">
          <a:xfrm>
            <a:off x="457200" y="1143000"/>
            <a:ext cx="8382000" cy="5486400"/>
          </a:xfrm>
          <a:prstGeom prst="rect">
            <a:avLst/>
          </a:prstGeom>
          <a:noFill/>
          <a:ln w="9525">
            <a:noFill/>
            <a:miter lim="800000"/>
            <a:headEnd/>
            <a:tailEnd/>
          </a:ln>
        </p:spPr>
        <p:txBody>
          <a:bodyPr/>
          <a:lstStyle/>
          <a:p>
            <a:pPr marL="342900" indent="-342900" eaLnBrk="1" hangingPunct="1">
              <a:spcBef>
                <a:spcPct val="20000"/>
              </a:spcBef>
              <a:buClr>
                <a:schemeClr val="bg2"/>
              </a:buClr>
              <a:buSzPct val="75000"/>
              <a:buFont typeface="Wingdings" pitchFamily="2" charset="2"/>
              <a:buNone/>
            </a:pPr>
            <a:r>
              <a:rPr lang="en-US" sz="2200" b="0" dirty="0">
                <a:solidFill>
                  <a:srgbClr val="006600"/>
                </a:solidFill>
              </a:rPr>
              <a:t>Add the numbers 0.5 and -0.4375 in binary.</a:t>
            </a:r>
          </a:p>
          <a:p>
            <a:pPr marL="342900" indent="-342900" eaLnBrk="1" hangingPunct="1">
              <a:spcBef>
                <a:spcPct val="20000"/>
              </a:spcBef>
              <a:buClr>
                <a:schemeClr val="bg2"/>
              </a:buClr>
              <a:buSzPct val="75000"/>
              <a:buFont typeface="Wingdings" pitchFamily="2" charset="2"/>
              <a:buNone/>
            </a:pPr>
            <a:endParaRPr lang="en-US" sz="2200" b="0" dirty="0">
              <a:solidFill>
                <a:schemeClr val="accent2"/>
              </a:solidFill>
            </a:endParaRPr>
          </a:p>
          <a:p>
            <a:pPr marL="342900" indent="-342900" eaLnBrk="1" hangingPunct="1">
              <a:spcBef>
                <a:spcPct val="20000"/>
              </a:spcBef>
              <a:buClr>
                <a:schemeClr val="bg2"/>
              </a:buClr>
              <a:buSzPct val="75000"/>
              <a:buFont typeface="Wingdings" pitchFamily="2" charset="2"/>
              <a:buNone/>
            </a:pPr>
            <a:endParaRPr lang="en-US" sz="2200" b="0" dirty="0">
              <a:solidFill>
                <a:schemeClr val="accent2"/>
              </a:solidFill>
            </a:endParaRPr>
          </a:p>
          <a:p>
            <a:pPr marL="342900" indent="-342900" eaLnBrk="1" hangingPunct="1">
              <a:spcBef>
                <a:spcPct val="20000"/>
              </a:spcBef>
              <a:buClr>
                <a:schemeClr val="bg2"/>
              </a:buClr>
              <a:buSzPct val="75000"/>
              <a:buFont typeface="Wingdings" pitchFamily="2" charset="2"/>
              <a:buNone/>
            </a:pPr>
            <a:endParaRPr lang="en-US" sz="2200" b="0" dirty="0">
              <a:solidFill>
                <a:schemeClr val="accent2"/>
              </a:solidFill>
            </a:endParaRPr>
          </a:p>
          <a:p>
            <a:pPr marL="342900" indent="-342900" eaLnBrk="1" hangingPunct="1">
              <a:spcBef>
                <a:spcPct val="20000"/>
              </a:spcBef>
              <a:buClr>
                <a:schemeClr val="bg2"/>
              </a:buClr>
              <a:buSzPct val="75000"/>
              <a:buFont typeface="Wingdings" pitchFamily="2" charset="2"/>
              <a:buNone/>
            </a:pPr>
            <a:endParaRPr lang="en-US" sz="2200" dirty="0">
              <a:solidFill>
                <a:srgbClr val="006600"/>
              </a:solidFill>
            </a:endParaRPr>
          </a:p>
          <a:p>
            <a:pPr marL="342900" indent="-342900" eaLnBrk="1" hangingPunct="1">
              <a:spcBef>
                <a:spcPct val="20000"/>
              </a:spcBef>
              <a:buClr>
                <a:schemeClr val="bg2"/>
              </a:buClr>
              <a:buSzPct val="75000"/>
              <a:buFont typeface="Wingdings" pitchFamily="2" charset="2"/>
              <a:buNone/>
            </a:pPr>
            <a:endParaRPr lang="en-US" sz="2200" b="0" dirty="0">
              <a:solidFill>
                <a:schemeClr val="accent2"/>
              </a:solidFill>
            </a:endParaRPr>
          </a:p>
        </p:txBody>
      </p:sp>
      <p:pic>
        <p:nvPicPr>
          <p:cNvPr id="13" name="Picture 12">
            <a:extLst>
              <a:ext uri="{FF2B5EF4-FFF2-40B4-BE49-F238E27FC236}">
                <a16:creationId xmlns:a16="http://schemas.microsoft.com/office/drawing/2014/main" id="{B16D119A-24D2-C059-83AA-9908B4150484}"/>
              </a:ext>
            </a:extLst>
          </p:cNvPr>
          <p:cNvPicPr>
            <a:picLocks noChangeAspect="1"/>
          </p:cNvPicPr>
          <p:nvPr/>
        </p:nvPicPr>
        <p:blipFill>
          <a:blip r:embed="rId3"/>
          <a:stretch>
            <a:fillRect/>
          </a:stretch>
        </p:blipFill>
        <p:spPr>
          <a:xfrm>
            <a:off x="730186" y="1676400"/>
            <a:ext cx="7728014" cy="51144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04800" y="487363"/>
            <a:ext cx="8686800" cy="960437"/>
          </a:xfrm>
        </p:spPr>
        <p:txBody>
          <a:bodyPr/>
          <a:lstStyle/>
          <a:p>
            <a:pPr algn="ctr"/>
            <a:r>
              <a:rPr lang="en-US" sz="4000" b="1">
                <a:solidFill>
                  <a:srgbClr val="990000"/>
                </a:solidFill>
              </a:rPr>
              <a:t>Example of Floating-Point Addition</a:t>
            </a:r>
          </a:p>
        </p:txBody>
      </p:sp>
      <p:pic>
        <p:nvPicPr>
          <p:cNvPr id="7" name="Picture 6">
            <a:extLst>
              <a:ext uri="{FF2B5EF4-FFF2-40B4-BE49-F238E27FC236}">
                <a16:creationId xmlns:a16="http://schemas.microsoft.com/office/drawing/2014/main" id="{A010CFB2-4587-C6E4-FA53-E89AF88FB16E}"/>
              </a:ext>
            </a:extLst>
          </p:cNvPr>
          <p:cNvPicPr>
            <a:picLocks noChangeAspect="1"/>
          </p:cNvPicPr>
          <p:nvPr/>
        </p:nvPicPr>
        <p:blipFill>
          <a:blip r:embed="rId3"/>
          <a:stretch>
            <a:fillRect/>
          </a:stretch>
        </p:blipFill>
        <p:spPr>
          <a:xfrm>
            <a:off x="572455" y="2130844"/>
            <a:ext cx="8038145" cy="350795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334963"/>
            <a:ext cx="8229600" cy="579437"/>
          </a:xfrm>
        </p:spPr>
        <p:txBody>
          <a:bodyPr/>
          <a:lstStyle/>
          <a:p>
            <a:pPr algn="ctr"/>
            <a:r>
              <a:rPr lang="en-US" sz="3200" b="1">
                <a:solidFill>
                  <a:srgbClr val="990000"/>
                </a:solidFill>
              </a:rPr>
              <a:t>Floating-Point Multiplication</a:t>
            </a:r>
          </a:p>
        </p:txBody>
      </p:sp>
      <p:pic>
        <p:nvPicPr>
          <p:cNvPr id="22531" name="Picture 3"/>
          <p:cNvPicPr>
            <a:picLocks noGrp="1" noChangeAspect="1" noChangeArrowheads="1"/>
          </p:cNvPicPr>
          <p:nvPr>
            <p:ph sz="half" idx="1"/>
          </p:nvPr>
        </p:nvPicPr>
        <p:blipFill>
          <a:blip r:embed="rId3"/>
          <a:srcRect/>
          <a:stretch>
            <a:fillRect/>
          </a:stretch>
        </p:blipFill>
        <p:spPr>
          <a:xfrm>
            <a:off x="2286000" y="2595563"/>
            <a:ext cx="2652713" cy="301625"/>
          </a:xfrm>
          <a:noFill/>
        </p:spPr>
      </p:pic>
      <p:sp>
        <p:nvSpPr>
          <p:cNvPr id="22532" name="Rectangle 4"/>
          <p:cNvSpPr>
            <a:spLocks noChangeArrowheads="1"/>
          </p:cNvSpPr>
          <p:nvPr/>
        </p:nvSpPr>
        <p:spPr bwMode="auto">
          <a:xfrm>
            <a:off x="457200" y="990600"/>
            <a:ext cx="8382000" cy="5715000"/>
          </a:xfrm>
          <a:prstGeom prst="rect">
            <a:avLst/>
          </a:prstGeom>
          <a:noFill/>
          <a:ln w="9525">
            <a:noFill/>
            <a:miter lim="800000"/>
            <a:headEnd/>
            <a:tailEnd/>
          </a:ln>
        </p:spPr>
        <p:txBody>
          <a:bodyPr/>
          <a:lstStyle/>
          <a:p>
            <a:pPr marL="342900" indent="-342900" eaLnBrk="1" hangingPunct="1">
              <a:spcBef>
                <a:spcPct val="20000"/>
              </a:spcBef>
              <a:buClr>
                <a:srgbClr val="000099"/>
              </a:buClr>
              <a:buSzPct val="125000"/>
              <a:buFont typeface="Wingdings" pitchFamily="2" charset="2"/>
              <a:buChar char="§"/>
            </a:pPr>
            <a:r>
              <a:rPr lang="en-US" sz="2200" b="0"/>
              <a:t>1.110 </a:t>
            </a:r>
            <a:r>
              <a:rPr lang="en-US" sz="2200" b="0">
                <a:cs typeface="Times New Roman" pitchFamily="18" charset="0"/>
              </a:rPr>
              <a:t>× 10</a:t>
            </a:r>
            <a:r>
              <a:rPr lang="en-US" sz="2200" b="0" baseline="30000">
                <a:cs typeface="Times New Roman" pitchFamily="18" charset="0"/>
              </a:rPr>
              <a:t>10</a:t>
            </a:r>
            <a:r>
              <a:rPr lang="en-US" sz="2200" b="0">
                <a:cs typeface="Times New Roman" pitchFamily="18" charset="0"/>
              </a:rPr>
              <a:t> × 9.200 × 10</a:t>
            </a:r>
            <a:r>
              <a:rPr lang="en-US" sz="2200" b="0" baseline="30000">
                <a:cs typeface="Times New Roman" pitchFamily="18" charset="0"/>
              </a:rPr>
              <a:t>-5</a:t>
            </a:r>
            <a:r>
              <a:rPr lang="en-US" sz="2200" b="0">
                <a:cs typeface="Times New Roman" pitchFamily="18" charset="0"/>
              </a:rPr>
              <a:t>. Assume that we can store only four digits of the significand and two digits of the exponent.</a:t>
            </a:r>
          </a:p>
          <a:p>
            <a:pPr marL="342900" indent="-342900" eaLnBrk="1" hangingPunct="1">
              <a:spcBef>
                <a:spcPct val="20000"/>
              </a:spcBef>
              <a:buClr>
                <a:schemeClr val="accent2"/>
              </a:buClr>
              <a:buSzPct val="75000"/>
              <a:buFont typeface="Wingdings" pitchFamily="2" charset="2"/>
              <a:buNone/>
            </a:pPr>
            <a:r>
              <a:rPr lang="en-US" sz="2200" u="sng">
                <a:solidFill>
                  <a:srgbClr val="006600"/>
                </a:solidFill>
                <a:cs typeface="Times New Roman" pitchFamily="18" charset="0"/>
              </a:rPr>
              <a:t>Step 1:</a:t>
            </a:r>
            <a:r>
              <a:rPr lang="en-US" sz="2200" b="0">
                <a:cs typeface="Times New Roman" pitchFamily="18" charset="0"/>
              </a:rPr>
              <a:t> Calculate the exponent of the product by simply adding the exponents of the operands together.</a:t>
            </a:r>
            <a:endParaRPr lang="en-US" sz="2200" u="sng">
              <a:cs typeface="Times New Roman" pitchFamily="18" charset="0"/>
            </a:endParaRPr>
          </a:p>
          <a:p>
            <a:pPr marL="342900" indent="-342900" eaLnBrk="1" hangingPunct="1">
              <a:spcBef>
                <a:spcPct val="20000"/>
              </a:spcBef>
              <a:buClr>
                <a:schemeClr val="bg2"/>
              </a:buClr>
              <a:buSzPct val="75000"/>
              <a:buFont typeface="Wingdings" pitchFamily="2" charset="2"/>
              <a:buNone/>
            </a:pPr>
            <a:endParaRPr lang="en-US" sz="1000" u="sng">
              <a:cs typeface="Times New Roman" pitchFamily="18" charset="0"/>
            </a:endParaRPr>
          </a:p>
          <a:p>
            <a:pPr marL="342900" indent="-342900" eaLnBrk="1" hangingPunct="1">
              <a:spcBef>
                <a:spcPct val="20000"/>
              </a:spcBef>
              <a:buClr>
                <a:schemeClr val="bg2"/>
              </a:buClr>
              <a:buSzPct val="75000"/>
              <a:buFont typeface="Wingdings" pitchFamily="2" charset="2"/>
              <a:buNone/>
            </a:pPr>
            <a:endParaRPr lang="en-US" sz="2200" b="0">
              <a:cs typeface="Times New Roman" pitchFamily="18" charset="0"/>
            </a:endParaRPr>
          </a:p>
          <a:p>
            <a:pPr marL="342900" indent="-342900" eaLnBrk="1" hangingPunct="1">
              <a:spcBef>
                <a:spcPct val="20000"/>
              </a:spcBef>
              <a:buClr>
                <a:schemeClr val="bg2"/>
              </a:buClr>
              <a:buSzPct val="75000"/>
              <a:buFont typeface="Wingdings" pitchFamily="2" charset="2"/>
              <a:buNone/>
            </a:pPr>
            <a:r>
              <a:rPr lang="en-US" sz="2200" b="0">
                <a:cs typeface="Times New Roman" pitchFamily="18" charset="0"/>
              </a:rPr>
              <a:t>Using the biased notation,</a:t>
            </a:r>
          </a:p>
          <a:p>
            <a:pPr marL="342900" indent="-342900" eaLnBrk="1" hangingPunct="1">
              <a:spcBef>
                <a:spcPct val="20000"/>
              </a:spcBef>
              <a:buClr>
                <a:schemeClr val="bg2"/>
              </a:buClr>
              <a:buSzPct val="75000"/>
              <a:buFont typeface="Wingdings" pitchFamily="2" charset="2"/>
              <a:buNone/>
            </a:pPr>
            <a:r>
              <a:rPr lang="en-US" sz="2200" b="0">
                <a:cs typeface="Times New Roman" pitchFamily="18" charset="0"/>
              </a:rPr>
              <a:t>New exponent = (10+127)+(-5+127) – 127</a:t>
            </a:r>
          </a:p>
          <a:p>
            <a:pPr marL="342900" indent="-342900" eaLnBrk="1" hangingPunct="1">
              <a:spcBef>
                <a:spcPct val="20000"/>
              </a:spcBef>
              <a:buClr>
                <a:schemeClr val="bg2"/>
              </a:buClr>
              <a:buSzPct val="75000"/>
              <a:buFont typeface="Wingdings" pitchFamily="2" charset="2"/>
              <a:buNone/>
            </a:pPr>
            <a:r>
              <a:rPr lang="en-US" sz="2200" b="0">
                <a:cs typeface="Times New Roman" pitchFamily="18" charset="0"/>
              </a:rPr>
              <a:t>			= 137 + 122 – 127</a:t>
            </a:r>
          </a:p>
          <a:p>
            <a:pPr marL="342900" indent="-342900" eaLnBrk="1" hangingPunct="1">
              <a:spcBef>
                <a:spcPct val="20000"/>
              </a:spcBef>
              <a:buClr>
                <a:schemeClr val="bg2"/>
              </a:buClr>
              <a:buSzPct val="75000"/>
              <a:buFont typeface="Wingdings" pitchFamily="2" charset="2"/>
              <a:buNone/>
            </a:pPr>
            <a:r>
              <a:rPr lang="en-US" sz="2200" b="0">
                <a:cs typeface="Times New Roman" pitchFamily="18" charset="0"/>
              </a:rPr>
              <a:t>			=132 = 5 + 127</a:t>
            </a:r>
          </a:p>
          <a:p>
            <a:pPr marL="342900" indent="-342900" eaLnBrk="1" hangingPunct="1">
              <a:spcBef>
                <a:spcPct val="20000"/>
              </a:spcBef>
              <a:buClr>
                <a:schemeClr val="bg2"/>
              </a:buClr>
              <a:buSzPct val="75000"/>
              <a:buFont typeface="Wingdings" pitchFamily="2" charset="2"/>
              <a:buNone/>
            </a:pPr>
            <a:endParaRPr lang="en-US" sz="2200" u="sng">
              <a:cs typeface="Times New Roman" pitchFamily="18" charset="0"/>
            </a:endParaRPr>
          </a:p>
          <a:p>
            <a:pPr marL="342900" indent="-342900" eaLnBrk="1" hangingPunct="1">
              <a:spcBef>
                <a:spcPct val="20000"/>
              </a:spcBef>
              <a:buClr>
                <a:schemeClr val="bg2"/>
              </a:buClr>
              <a:buSzPct val="75000"/>
              <a:buFont typeface="Wingdings" pitchFamily="2" charset="2"/>
              <a:buNone/>
            </a:pPr>
            <a:r>
              <a:rPr lang="en-US" sz="2200" u="sng">
                <a:solidFill>
                  <a:srgbClr val="006600"/>
                </a:solidFill>
                <a:cs typeface="Times New Roman" pitchFamily="18" charset="0"/>
              </a:rPr>
              <a:t>Step 2:</a:t>
            </a:r>
            <a:r>
              <a:rPr lang="en-US" sz="2200" b="0">
                <a:cs typeface="Times New Roman" pitchFamily="18" charset="0"/>
              </a:rPr>
              <a:t> Multiply significands.</a:t>
            </a:r>
          </a:p>
          <a:p>
            <a:pPr marL="342900" indent="-342900" eaLnBrk="1" hangingPunct="1">
              <a:spcBef>
                <a:spcPct val="20000"/>
              </a:spcBef>
              <a:buClr>
                <a:schemeClr val="bg2"/>
              </a:buClr>
              <a:buSzPct val="75000"/>
              <a:buFont typeface="Wingdings" pitchFamily="2" charset="2"/>
              <a:buNone/>
            </a:pPr>
            <a:endParaRPr lang="en-US" sz="2800" b="0">
              <a:cs typeface="Times New Roman" pitchFamily="18" charset="0"/>
            </a:endParaRPr>
          </a:p>
          <a:p>
            <a:pPr marL="342900" indent="-342900" eaLnBrk="1" hangingPunct="1">
              <a:spcBef>
                <a:spcPct val="20000"/>
              </a:spcBef>
              <a:buClr>
                <a:schemeClr val="bg2"/>
              </a:buClr>
              <a:buSzPct val="75000"/>
              <a:buFont typeface="Wingdings" pitchFamily="2" charset="2"/>
              <a:buNone/>
            </a:pPr>
            <a:endParaRPr lang="en-US" sz="1800" b="0">
              <a:cs typeface="Times New Roman" pitchFamily="18" charset="0"/>
            </a:endParaRPr>
          </a:p>
          <a:p>
            <a:pPr marL="342900" indent="-342900" eaLnBrk="1" hangingPunct="1">
              <a:spcBef>
                <a:spcPct val="20000"/>
              </a:spcBef>
              <a:buClr>
                <a:schemeClr val="bg2"/>
              </a:buClr>
              <a:buSzPct val="75000"/>
              <a:buFont typeface="Wingdings" pitchFamily="2" charset="2"/>
              <a:buNone/>
            </a:pPr>
            <a:r>
              <a:rPr lang="en-US" sz="2200" b="0"/>
              <a:t>10.212000</a:t>
            </a:r>
            <a:r>
              <a:rPr lang="en-US" sz="2200" b="0" baseline="-25000"/>
              <a:t>ten</a:t>
            </a:r>
            <a:r>
              <a:rPr lang="en-US" sz="2200" b="0"/>
              <a:t> = 10.212 </a:t>
            </a:r>
            <a:r>
              <a:rPr lang="en-US" sz="2200" b="0">
                <a:cs typeface="Times New Roman" pitchFamily="18" charset="0"/>
              </a:rPr>
              <a:t>× 10</a:t>
            </a:r>
            <a:r>
              <a:rPr lang="en-US" sz="2200" b="0" baseline="30000">
                <a:cs typeface="Times New Roman" pitchFamily="18" charset="0"/>
              </a:rPr>
              <a:t>5</a:t>
            </a:r>
            <a:endParaRPr lang="en-US" sz="2200" b="0">
              <a:cs typeface="Times New Roman" pitchFamily="18" charset="0"/>
            </a:endParaRPr>
          </a:p>
          <a:p>
            <a:pPr marL="342900" indent="-342900" eaLnBrk="1" hangingPunct="1">
              <a:spcBef>
                <a:spcPct val="20000"/>
              </a:spcBef>
              <a:buClr>
                <a:schemeClr val="bg2"/>
              </a:buClr>
              <a:buSzPct val="75000"/>
              <a:buFont typeface="Wingdings" pitchFamily="2" charset="2"/>
              <a:buNone/>
            </a:pPr>
            <a:endParaRPr lang="en-US" sz="2200" b="0">
              <a:cs typeface="Times New Roman" pitchFamily="18" charset="0"/>
            </a:endParaRPr>
          </a:p>
        </p:txBody>
      </p:sp>
      <p:pic>
        <p:nvPicPr>
          <p:cNvPr id="22533" name="Picture 5"/>
          <p:cNvPicPr>
            <a:picLocks noGrp="1" noChangeAspect="1" noChangeArrowheads="1"/>
          </p:cNvPicPr>
          <p:nvPr>
            <p:ph sz="half" idx="2"/>
          </p:nvPr>
        </p:nvPicPr>
        <p:blipFill>
          <a:blip r:embed="rId4"/>
          <a:srcRect/>
          <a:stretch>
            <a:fillRect/>
          </a:stretch>
        </p:blipFill>
        <p:spPr>
          <a:xfrm>
            <a:off x="4572000" y="4324350"/>
            <a:ext cx="1501775" cy="2533650"/>
          </a:xfr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487363"/>
            <a:ext cx="8229600" cy="579437"/>
          </a:xfrm>
        </p:spPr>
        <p:txBody>
          <a:bodyPr/>
          <a:lstStyle/>
          <a:p>
            <a:pPr algn="ctr"/>
            <a:r>
              <a:rPr lang="en-US" sz="4000" b="1">
                <a:solidFill>
                  <a:srgbClr val="990000"/>
                </a:solidFill>
              </a:rPr>
              <a:t>Floating-Point Multiplication</a:t>
            </a:r>
          </a:p>
        </p:txBody>
      </p:sp>
      <p:sp>
        <p:nvSpPr>
          <p:cNvPr id="23555" name="Rectangle 3"/>
          <p:cNvSpPr>
            <a:spLocks noChangeArrowheads="1"/>
          </p:cNvSpPr>
          <p:nvPr/>
        </p:nvSpPr>
        <p:spPr bwMode="auto">
          <a:xfrm>
            <a:off x="457200" y="1524000"/>
            <a:ext cx="8382000" cy="4648200"/>
          </a:xfrm>
          <a:prstGeom prst="rect">
            <a:avLst/>
          </a:prstGeom>
          <a:noFill/>
          <a:ln w="9525">
            <a:noFill/>
            <a:miter lim="800000"/>
            <a:headEnd/>
            <a:tailEnd/>
          </a:ln>
        </p:spPr>
        <p:txBody>
          <a:bodyPr/>
          <a:lstStyle/>
          <a:p>
            <a:pPr marL="342900" indent="-342900" eaLnBrk="1" hangingPunct="1">
              <a:spcBef>
                <a:spcPct val="20000"/>
              </a:spcBef>
              <a:buClr>
                <a:schemeClr val="accent2"/>
              </a:buClr>
              <a:buSzPct val="75000"/>
              <a:buFont typeface="Wingdings" pitchFamily="2" charset="2"/>
              <a:buNone/>
            </a:pPr>
            <a:r>
              <a:rPr lang="en-US" sz="2200" u="sng">
                <a:solidFill>
                  <a:srgbClr val="006600"/>
                </a:solidFill>
                <a:cs typeface="Times New Roman" pitchFamily="18" charset="0"/>
              </a:rPr>
              <a:t>Step 3:</a:t>
            </a:r>
            <a:r>
              <a:rPr lang="en-US" sz="2200" b="0">
                <a:solidFill>
                  <a:srgbClr val="006600"/>
                </a:solidFill>
                <a:cs typeface="Times New Roman" pitchFamily="18" charset="0"/>
              </a:rPr>
              <a:t> </a:t>
            </a:r>
            <a:r>
              <a:rPr lang="en-US" sz="2200" b="0">
                <a:cs typeface="Times New Roman" pitchFamily="18" charset="0"/>
              </a:rPr>
              <a:t>Normalize the product and check for underflow and overflow.</a:t>
            </a:r>
            <a:endParaRPr lang="en-US" sz="2200" u="sng">
              <a:cs typeface="Times New Roman" pitchFamily="18" charset="0"/>
            </a:endParaRPr>
          </a:p>
          <a:p>
            <a:pPr marL="342900" indent="-342900" eaLnBrk="1" hangingPunct="1">
              <a:spcBef>
                <a:spcPct val="20000"/>
              </a:spcBef>
              <a:buClr>
                <a:schemeClr val="bg2"/>
              </a:buClr>
              <a:buSzPct val="75000"/>
              <a:buFont typeface="Wingdings" pitchFamily="2" charset="2"/>
              <a:buNone/>
            </a:pPr>
            <a:endParaRPr lang="en-US" sz="2200" b="0">
              <a:cs typeface="Times New Roman" pitchFamily="18" charset="0"/>
            </a:endParaRPr>
          </a:p>
          <a:p>
            <a:pPr marL="342900" indent="-342900" eaLnBrk="1" hangingPunct="1">
              <a:spcBef>
                <a:spcPct val="20000"/>
              </a:spcBef>
              <a:buClr>
                <a:schemeClr val="bg2"/>
              </a:buClr>
              <a:buSzPct val="75000"/>
              <a:buFont typeface="Wingdings" pitchFamily="2" charset="2"/>
              <a:buNone/>
            </a:pPr>
            <a:endParaRPr lang="en-US" sz="2200" u="sng">
              <a:solidFill>
                <a:srgbClr val="006600"/>
              </a:solidFill>
              <a:cs typeface="Times New Roman" pitchFamily="18" charset="0"/>
            </a:endParaRPr>
          </a:p>
          <a:p>
            <a:pPr marL="342900" indent="-342900" eaLnBrk="1" hangingPunct="1">
              <a:spcBef>
                <a:spcPct val="20000"/>
              </a:spcBef>
              <a:buClr>
                <a:schemeClr val="bg2"/>
              </a:buClr>
              <a:buSzPct val="75000"/>
              <a:buFont typeface="Wingdings" pitchFamily="2" charset="2"/>
              <a:buNone/>
            </a:pPr>
            <a:r>
              <a:rPr lang="en-US" sz="2200" u="sng">
                <a:solidFill>
                  <a:srgbClr val="006600"/>
                </a:solidFill>
                <a:cs typeface="Times New Roman" pitchFamily="18" charset="0"/>
              </a:rPr>
              <a:t>Step 4:</a:t>
            </a:r>
            <a:r>
              <a:rPr lang="en-US" sz="2200" b="0">
                <a:solidFill>
                  <a:schemeClr val="accent2"/>
                </a:solidFill>
                <a:cs typeface="Times New Roman" pitchFamily="18" charset="0"/>
              </a:rPr>
              <a:t> </a:t>
            </a:r>
            <a:r>
              <a:rPr lang="en-US" sz="2200" b="0"/>
              <a:t>The number 1.0212 </a:t>
            </a:r>
            <a:r>
              <a:rPr lang="en-US" sz="2200" b="0">
                <a:cs typeface="Times New Roman" pitchFamily="18" charset="0"/>
              </a:rPr>
              <a:t>× 10</a:t>
            </a:r>
            <a:r>
              <a:rPr lang="en-US" sz="2200" b="0" baseline="30000">
                <a:cs typeface="Times New Roman" pitchFamily="18" charset="0"/>
              </a:rPr>
              <a:t>6</a:t>
            </a:r>
            <a:r>
              <a:rPr lang="en-US" sz="2200" b="0">
                <a:cs typeface="Times New Roman" pitchFamily="18" charset="0"/>
              </a:rPr>
              <a:t> is rounded to 1.021 × 10</a:t>
            </a:r>
            <a:r>
              <a:rPr lang="en-US" sz="2200" b="0" baseline="30000">
                <a:cs typeface="Times New Roman" pitchFamily="18" charset="0"/>
              </a:rPr>
              <a:t>6</a:t>
            </a:r>
            <a:r>
              <a:rPr lang="en-US" sz="2200" b="0">
                <a:cs typeface="Times New Roman" pitchFamily="18" charset="0"/>
              </a:rPr>
              <a:t>.</a:t>
            </a:r>
          </a:p>
          <a:p>
            <a:pPr marL="342900" indent="-342900" eaLnBrk="1" hangingPunct="1">
              <a:spcBef>
                <a:spcPct val="20000"/>
              </a:spcBef>
              <a:buClr>
                <a:schemeClr val="bg2"/>
              </a:buClr>
              <a:buSzPct val="75000"/>
              <a:buFont typeface="Wingdings" pitchFamily="2" charset="2"/>
              <a:buNone/>
            </a:pPr>
            <a:endParaRPr lang="en-US" sz="2200" b="0">
              <a:cs typeface="Times New Roman" pitchFamily="18" charset="0"/>
            </a:endParaRPr>
          </a:p>
          <a:p>
            <a:pPr marL="342900" indent="-342900" eaLnBrk="1" hangingPunct="1">
              <a:spcBef>
                <a:spcPct val="20000"/>
              </a:spcBef>
              <a:buClr>
                <a:schemeClr val="bg2"/>
              </a:buClr>
              <a:buSzPct val="75000"/>
              <a:buFont typeface="Wingdings" pitchFamily="2" charset="2"/>
              <a:buNone/>
            </a:pPr>
            <a:r>
              <a:rPr lang="en-US" sz="2200" u="sng">
                <a:solidFill>
                  <a:srgbClr val="006600"/>
                </a:solidFill>
                <a:cs typeface="Times New Roman" pitchFamily="18" charset="0"/>
              </a:rPr>
              <a:t>Step 5:</a:t>
            </a:r>
            <a:r>
              <a:rPr lang="en-US" sz="2200" b="0">
                <a:solidFill>
                  <a:schemeClr val="accent2"/>
                </a:solidFill>
                <a:cs typeface="Times New Roman" pitchFamily="18" charset="0"/>
              </a:rPr>
              <a:t> </a:t>
            </a:r>
            <a:r>
              <a:rPr lang="en-US" sz="2200" b="0">
                <a:cs typeface="Times New Roman" pitchFamily="18" charset="0"/>
              </a:rPr>
              <a:t>Set the sign the of the product. The sign of the product  depends on the sign of the original operands. If they are both the same, the sign is positive. Otherwise it is negative.</a:t>
            </a:r>
          </a:p>
          <a:p>
            <a:pPr marL="342900" indent="-342900" eaLnBrk="1" hangingPunct="1">
              <a:spcBef>
                <a:spcPct val="20000"/>
              </a:spcBef>
              <a:buClr>
                <a:schemeClr val="bg2"/>
              </a:buClr>
              <a:buSzPct val="75000"/>
              <a:buFont typeface="Wingdings" pitchFamily="2" charset="2"/>
              <a:buNone/>
            </a:pPr>
            <a:r>
              <a:rPr lang="en-US" sz="2200" b="0">
                <a:cs typeface="Times New Roman" pitchFamily="18" charset="0"/>
              </a:rPr>
              <a:t>	So, the product is + 1.021 × 10</a:t>
            </a:r>
            <a:r>
              <a:rPr lang="en-US" sz="2200" b="0" baseline="30000">
                <a:cs typeface="Times New Roman" pitchFamily="18" charset="0"/>
              </a:rPr>
              <a:t>6</a:t>
            </a:r>
          </a:p>
        </p:txBody>
      </p:sp>
      <p:pic>
        <p:nvPicPr>
          <p:cNvPr id="23556" name="Picture 4"/>
          <p:cNvPicPr>
            <a:picLocks noGrp="1" noChangeAspect="1" noChangeArrowheads="1"/>
          </p:cNvPicPr>
          <p:nvPr>
            <p:ph idx="1"/>
          </p:nvPr>
        </p:nvPicPr>
        <p:blipFill>
          <a:blip r:embed="rId3"/>
          <a:srcRect/>
          <a:stretch>
            <a:fillRect/>
          </a:stretch>
        </p:blipFill>
        <p:spPr>
          <a:xfrm>
            <a:off x="2514600" y="2424113"/>
            <a:ext cx="3276600" cy="450850"/>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81000" y="1600200"/>
            <a:ext cx="3733800" cy="731838"/>
          </a:xfrm>
        </p:spPr>
        <p:txBody>
          <a:bodyPr/>
          <a:lstStyle/>
          <a:p>
            <a:pPr algn="ctr"/>
            <a:r>
              <a:rPr lang="en-US" sz="3200" b="1" dirty="0">
                <a:solidFill>
                  <a:srgbClr val="990000"/>
                </a:solidFill>
              </a:rPr>
              <a:t>Floating-Point Multiplication</a:t>
            </a:r>
          </a:p>
        </p:txBody>
      </p:sp>
      <p:pic>
        <p:nvPicPr>
          <p:cNvPr id="3" name="Picture 2">
            <a:extLst>
              <a:ext uri="{FF2B5EF4-FFF2-40B4-BE49-F238E27FC236}">
                <a16:creationId xmlns:a16="http://schemas.microsoft.com/office/drawing/2014/main" id="{325235EB-C823-9376-2D0E-375D76B693E2}"/>
              </a:ext>
            </a:extLst>
          </p:cNvPr>
          <p:cNvPicPr>
            <a:picLocks noChangeAspect="1"/>
          </p:cNvPicPr>
          <p:nvPr/>
        </p:nvPicPr>
        <p:blipFill>
          <a:blip r:embed="rId3"/>
          <a:stretch>
            <a:fillRect/>
          </a:stretch>
        </p:blipFill>
        <p:spPr>
          <a:xfrm>
            <a:off x="3962400" y="76200"/>
            <a:ext cx="4152971" cy="67256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258763"/>
            <a:ext cx="8229600" cy="884237"/>
          </a:xfrm>
        </p:spPr>
        <p:txBody>
          <a:bodyPr/>
          <a:lstStyle/>
          <a:p>
            <a:pPr algn="ctr"/>
            <a:r>
              <a:rPr lang="en-US" sz="3200" b="1">
                <a:solidFill>
                  <a:srgbClr val="990000"/>
                </a:solidFill>
              </a:rPr>
              <a:t>Example of Floating-Point Addition</a:t>
            </a:r>
          </a:p>
        </p:txBody>
      </p:sp>
      <p:pic>
        <p:nvPicPr>
          <p:cNvPr id="25603" name="Picture 3"/>
          <p:cNvPicPr>
            <a:picLocks noGrp="1" noChangeAspect="1" noChangeArrowheads="1"/>
          </p:cNvPicPr>
          <p:nvPr>
            <p:ph sz="half" idx="1"/>
          </p:nvPr>
        </p:nvPicPr>
        <p:blipFill>
          <a:blip r:embed="rId3"/>
          <a:srcRect/>
          <a:stretch>
            <a:fillRect/>
          </a:stretch>
        </p:blipFill>
        <p:spPr>
          <a:xfrm>
            <a:off x="1690688" y="1524000"/>
            <a:ext cx="4786312" cy="1417638"/>
          </a:xfrm>
          <a:noFill/>
        </p:spPr>
      </p:pic>
      <p:sp>
        <p:nvSpPr>
          <p:cNvPr id="25604" name="Rectangle 4"/>
          <p:cNvSpPr>
            <a:spLocks noChangeArrowheads="1"/>
          </p:cNvSpPr>
          <p:nvPr/>
        </p:nvSpPr>
        <p:spPr bwMode="auto">
          <a:xfrm>
            <a:off x="457200" y="1066800"/>
            <a:ext cx="8382000" cy="5486400"/>
          </a:xfrm>
          <a:prstGeom prst="rect">
            <a:avLst/>
          </a:prstGeom>
          <a:noFill/>
          <a:ln w="9525">
            <a:noFill/>
            <a:miter lim="800000"/>
            <a:headEnd/>
            <a:tailEnd/>
          </a:ln>
        </p:spPr>
        <p:txBody>
          <a:bodyPr/>
          <a:lstStyle/>
          <a:p>
            <a:pPr marL="342900" indent="-342900" eaLnBrk="1" hangingPunct="1">
              <a:spcBef>
                <a:spcPct val="20000"/>
              </a:spcBef>
              <a:buClr>
                <a:schemeClr val="bg2"/>
              </a:buClr>
              <a:buSzPct val="75000"/>
              <a:buFont typeface="Wingdings" pitchFamily="2" charset="2"/>
              <a:buNone/>
            </a:pPr>
            <a:r>
              <a:rPr lang="en-US" sz="2200" b="0"/>
              <a:t>Multiply the numbers 0.5 and -0.4375 in binary.</a:t>
            </a:r>
          </a:p>
          <a:p>
            <a:pPr marL="342900" indent="-342900" eaLnBrk="1" hangingPunct="1">
              <a:spcBef>
                <a:spcPct val="20000"/>
              </a:spcBef>
              <a:buClr>
                <a:schemeClr val="bg2"/>
              </a:buClr>
              <a:buSzPct val="75000"/>
              <a:buFont typeface="Wingdings" pitchFamily="2" charset="2"/>
              <a:buNone/>
            </a:pPr>
            <a:endParaRPr lang="en-US" sz="2200" b="0"/>
          </a:p>
          <a:p>
            <a:pPr marL="342900" indent="-342900" eaLnBrk="1" hangingPunct="1">
              <a:spcBef>
                <a:spcPct val="20000"/>
              </a:spcBef>
              <a:buClr>
                <a:schemeClr val="bg2"/>
              </a:buClr>
              <a:buSzPct val="75000"/>
              <a:buFont typeface="Wingdings" pitchFamily="2" charset="2"/>
              <a:buNone/>
            </a:pPr>
            <a:endParaRPr lang="en-US" sz="2200" b="0"/>
          </a:p>
          <a:p>
            <a:pPr marL="342900" indent="-342900" eaLnBrk="1" hangingPunct="1">
              <a:spcBef>
                <a:spcPct val="20000"/>
              </a:spcBef>
              <a:buClr>
                <a:schemeClr val="bg2"/>
              </a:buClr>
              <a:buSzPct val="75000"/>
              <a:buFont typeface="Wingdings" pitchFamily="2" charset="2"/>
              <a:buNone/>
            </a:pPr>
            <a:endParaRPr lang="en-US" sz="2200" b="0"/>
          </a:p>
          <a:p>
            <a:pPr marL="342900" indent="-342900" eaLnBrk="1" hangingPunct="1">
              <a:spcBef>
                <a:spcPct val="20000"/>
              </a:spcBef>
              <a:buClr>
                <a:schemeClr val="bg2"/>
              </a:buClr>
              <a:buSzPct val="75000"/>
              <a:buFont typeface="Wingdings" pitchFamily="2" charset="2"/>
              <a:buNone/>
            </a:pPr>
            <a:endParaRPr lang="en-US" sz="2200"/>
          </a:p>
          <a:p>
            <a:pPr marL="342900" indent="-342900" eaLnBrk="1" hangingPunct="1">
              <a:spcBef>
                <a:spcPct val="20000"/>
              </a:spcBef>
              <a:buClr>
                <a:schemeClr val="bg2"/>
              </a:buClr>
              <a:buSzPct val="75000"/>
              <a:buFont typeface="Wingdings" pitchFamily="2" charset="2"/>
              <a:buNone/>
            </a:pPr>
            <a:r>
              <a:rPr lang="en-US" sz="2200">
                <a:solidFill>
                  <a:srgbClr val="006600"/>
                </a:solidFill>
              </a:rPr>
              <a:t>Step 1:</a:t>
            </a:r>
            <a:r>
              <a:rPr lang="en-US" sz="2200"/>
              <a:t> </a:t>
            </a:r>
            <a:r>
              <a:rPr lang="en-US" sz="2200" b="0"/>
              <a:t>-1 + (-2) = -3</a:t>
            </a:r>
          </a:p>
          <a:p>
            <a:pPr marL="342900" indent="-342900" eaLnBrk="1" hangingPunct="1">
              <a:spcBef>
                <a:spcPct val="20000"/>
              </a:spcBef>
              <a:buClr>
                <a:schemeClr val="bg2"/>
              </a:buClr>
              <a:buSzPct val="75000"/>
              <a:buFont typeface="Wingdings" pitchFamily="2" charset="2"/>
              <a:buNone/>
            </a:pPr>
            <a:r>
              <a:rPr lang="en-US" sz="2200" b="0"/>
              <a:t>             Using biased representation, </a:t>
            </a:r>
          </a:p>
          <a:p>
            <a:pPr marL="342900" indent="-342900" eaLnBrk="1" hangingPunct="1">
              <a:spcBef>
                <a:spcPct val="20000"/>
              </a:spcBef>
              <a:buClr>
                <a:schemeClr val="bg2"/>
              </a:buClr>
              <a:buSzPct val="75000"/>
              <a:buFont typeface="Wingdings" pitchFamily="2" charset="2"/>
              <a:buNone/>
            </a:pPr>
            <a:r>
              <a:rPr lang="en-US" sz="2200" b="0"/>
              <a:t>             (-1+127) + (-2+127) – 127 = -3 + 127 = 124</a:t>
            </a:r>
            <a:endParaRPr lang="en-US" sz="2200"/>
          </a:p>
          <a:p>
            <a:pPr marL="342900" indent="-342900" eaLnBrk="1" hangingPunct="1">
              <a:spcBef>
                <a:spcPct val="20000"/>
              </a:spcBef>
              <a:buClr>
                <a:schemeClr val="bg2"/>
              </a:buClr>
              <a:buSzPct val="75000"/>
              <a:buFont typeface="Wingdings" pitchFamily="2" charset="2"/>
              <a:buNone/>
            </a:pPr>
            <a:endParaRPr lang="en-US" sz="2200"/>
          </a:p>
          <a:p>
            <a:pPr marL="342900" indent="-342900" eaLnBrk="1" hangingPunct="1">
              <a:spcBef>
                <a:spcPct val="20000"/>
              </a:spcBef>
              <a:buClr>
                <a:schemeClr val="bg2"/>
              </a:buClr>
              <a:buSzPct val="75000"/>
              <a:buFont typeface="Wingdings" pitchFamily="2" charset="2"/>
              <a:buNone/>
            </a:pPr>
            <a:endParaRPr lang="en-US" sz="800"/>
          </a:p>
          <a:p>
            <a:pPr marL="342900" indent="-342900" eaLnBrk="1" hangingPunct="1">
              <a:spcBef>
                <a:spcPct val="20000"/>
              </a:spcBef>
              <a:buClr>
                <a:schemeClr val="bg2"/>
              </a:buClr>
              <a:buSzPct val="75000"/>
              <a:buFont typeface="Wingdings" pitchFamily="2" charset="2"/>
              <a:buNone/>
            </a:pPr>
            <a:r>
              <a:rPr lang="en-US" sz="2200">
                <a:solidFill>
                  <a:srgbClr val="006600"/>
                </a:solidFill>
              </a:rPr>
              <a:t>Step 2: </a:t>
            </a:r>
          </a:p>
          <a:p>
            <a:pPr marL="342900" indent="-342900" eaLnBrk="1" hangingPunct="1">
              <a:spcBef>
                <a:spcPct val="20000"/>
              </a:spcBef>
              <a:buClr>
                <a:schemeClr val="bg2"/>
              </a:buClr>
              <a:buSzPct val="75000"/>
              <a:buFont typeface="Wingdings" pitchFamily="2" charset="2"/>
              <a:buNone/>
            </a:pPr>
            <a:endParaRPr lang="en-US" sz="3200">
              <a:solidFill>
                <a:srgbClr val="006600"/>
              </a:solidFill>
            </a:endParaRPr>
          </a:p>
          <a:p>
            <a:pPr marL="342900" indent="-342900" eaLnBrk="1" hangingPunct="1">
              <a:spcBef>
                <a:spcPct val="20000"/>
              </a:spcBef>
              <a:buClr>
                <a:schemeClr val="bg2"/>
              </a:buClr>
              <a:buSzPct val="75000"/>
              <a:buFont typeface="Wingdings" pitchFamily="2" charset="2"/>
              <a:buNone/>
            </a:pPr>
            <a:endParaRPr lang="en-US" sz="2800"/>
          </a:p>
          <a:p>
            <a:pPr marL="342900" indent="-342900" algn="r" eaLnBrk="1" hangingPunct="1">
              <a:spcBef>
                <a:spcPct val="20000"/>
              </a:spcBef>
              <a:buClr>
                <a:schemeClr val="bg2"/>
              </a:buClr>
              <a:buSzPct val="75000"/>
              <a:buFont typeface="Wingdings" pitchFamily="2" charset="2"/>
              <a:buNone/>
            </a:pPr>
            <a:r>
              <a:rPr lang="en-US" sz="2200" b="0"/>
              <a:t>The product is </a:t>
            </a:r>
            <a:r>
              <a:rPr lang="en-US" sz="2000" b="0"/>
              <a:t>1.11000 </a:t>
            </a:r>
            <a:r>
              <a:rPr lang="en-US" sz="2000" b="0">
                <a:cs typeface="Times New Roman" pitchFamily="18" charset="0"/>
              </a:rPr>
              <a:t>× 2</a:t>
            </a:r>
            <a:r>
              <a:rPr lang="en-US" sz="2000" b="0" baseline="30000">
                <a:cs typeface="Times New Roman" pitchFamily="18" charset="0"/>
              </a:rPr>
              <a:t>-3</a:t>
            </a:r>
            <a:r>
              <a:rPr lang="en-US" sz="2000" b="0">
                <a:cs typeface="Times New Roman" pitchFamily="18" charset="0"/>
              </a:rPr>
              <a:t> </a:t>
            </a:r>
            <a:r>
              <a:rPr lang="en-US" sz="2200" b="0"/>
              <a:t>= </a:t>
            </a:r>
            <a:r>
              <a:rPr lang="en-US" sz="2000" b="0"/>
              <a:t>1.110 </a:t>
            </a:r>
            <a:r>
              <a:rPr lang="en-US" sz="2000" b="0">
                <a:cs typeface="Times New Roman" pitchFamily="18" charset="0"/>
              </a:rPr>
              <a:t>× 2</a:t>
            </a:r>
            <a:r>
              <a:rPr lang="en-US" sz="2000" b="0" baseline="30000">
                <a:cs typeface="Times New Roman" pitchFamily="18" charset="0"/>
              </a:rPr>
              <a:t>-3 </a:t>
            </a:r>
            <a:r>
              <a:rPr lang="en-US" sz="2000" b="0">
                <a:cs typeface="Times New Roman" pitchFamily="18" charset="0"/>
              </a:rPr>
              <a:t>  </a:t>
            </a:r>
          </a:p>
        </p:txBody>
      </p:sp>
      <p:pic>
        <p:nvPicPr>
          <p:cNvPr id="25605" name="Picture 5"/>
          <p:cNvPicPr>
            <a:picLocks noGrp="1" noChangeAspect="1" noChangeArrowheads="1"/>
          </p:cNvPicPr>
          <p:nvPr>
            <p:ph sz="half" idx="2"/>
          </p:nvPr>
        </p:nvPicPr>
        <p:blipFill>
          <a:blip r:embed="rId4"/>
          <a:srcRect/>
          <a:stretch>
            <a:fillRect/>
          </a:stretch>
        </p:blipFill>
        <p:spPr>
          <a:xfrm>
            <a:off x="1828800" y="4419600"/>
            <a:ext cx="1309688" cy="2362200"/>
          </a:xfr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52400" y="334963"/>
            <a:ext cx="8991600" cy="960437"/>
          </a:xfrm>
        </p:spPr>
        <p:txBody>
          <a:bodyPr/>
          <a:lstStyle/>
          <a:p>
            <a:pPr algn="ctr"/>
            <a:r>
              <a:rPr lang="en-US" sz="3600" b="1">
                <a:solidFill>
                  <a:srgbClr val="990000"/>
                </a:solidFill>
              </a:rPr>
              <a:t>Example of Floating-Point Multiplication</a:t>
            </a:r>
          </a:p>
        </p:txBody>
      </p:sp>
      <p:sp>
        <p:nvSpPr>
          <p:cNvPr id="26627" name="Rectangle 3"/>
          <p:cNvSpPr>
            <a:spLocks noChangeArrowheads="1"/>
          </p:cNvSpPr>
          <p:nvPr/>
        </p:nvSpPr>
        <p:spPr bwMode="auto">
          <a:xfrm>
            <a:off x="457200" y="1524000"/>
            <a:ext cx="8382000" cy="3810000"/>
          </a:xfrm>
          <a:prstGeom prst="rect">
            <a:avLst/>
          </a:prstGeom>
          <a:noFill/>
          <a:ln w="9525">
            <a:noFill/>
            <a:miter lim="800000"/>
            <a:headEnd/>
            <a:tailEnd/>
          </a:ln>
        </p:spPr>
        <p:txBody>
          <a:bodyPr/>
          <a:lstStyle/>
          <a:p>
            <a:pPr marL="342900" indent="-342900" eaLnBrk="1" hangingPunct="1">
              <a:spcBef>
                <a:spcPct val="20000"/>
              </a:spcBef>
              <a:buClr>
                <a:schemeClr val="bg2"/>
              </a:buClr>
              <a:buSzPct val="75000"/>
              <a:buFont typeface="Wingdings" pitchFamily="2" charset="2"/>
              <a:buNone/>
            </a:pPr>
            <a:r>
              <a:rPr lang="en-US" sz="2200">
                <a:solidFill>
                  <a:srgbClr val="006600"/>
                </a:solidFill>
              </a:rPr>
              <a:t>Step 3:</a:t>
            </a:r>
            <a:r>
              <a:rPr lang="en-US" sz="2200"/>
              <a:t> </a:t>
            </a:r>
            <a:r>
              <a:rPr lang="en-US" sz="2200" b="0"/>
              <a:t>The product is normalized and there is no overflow and underflow.</a:t>
            </a:r>
            <a:r>
              <a:rPr lang="en-US" sz="2200"/>
              <a:t> </a:t>
            </a:r>
          </a:p>
          <a:p>
            <a:pPr marL="342900" indent="-342900" eaLnBrk="1" hangingPunct="1">
              <a:spcBef>
                <a:spcPct val="20000"/>
              </a:spcBef>
              <a:buClr>
                <a:schemeClr val="bg2"/>
              </a:buClr>
              <a:buSzPct val="75000"/>
              <a:buFont typeface="Wingdings" pitchFamily="2" charset="2"/>
              <a:buNone/>
            </a:pPr>
            <a:endParaRPr lang="en-US" sz="2200"/>
          </a:p>
          <a:p>
            <a:pPr marL="342900" indent="-342900" eaLnBrk="1" hangingPunct="1">
              <a:spcBef>
                <a:spcPct val="20000"/>
              </a:spcBef>
              <a:buClr>
                <a:schemeClr val="bg2"/>
              </a:buClr>
              <a:buSzPct val="75000"/>
              <a:buFont typeface="Wingdings" pitchFamily="2" charset="2"/>
              <a:buNone/>
            </a:pPr>
            <a:endParaRPr lang="en-US" sz="800"/>
          </a:p>
          <a:p>
            <a:pPr marL="342900" indent="-342900" eaLnBrk="1" hangingPunct="1">
              <a:spcBef>
                <a:spcPct val="20000"/>
              </a:spcBef>
              <a:buClr>
                <a:schemeClr val="bg2"/>
              </a:buClr>
              <a:buSzPct val="75000"/>
              <a:buFont typeface="Wingdings" pitchFamily="2" charset="2"/>
              <a:buNone/>
            </a:pPr>
            <a:r>
              <a:rPr lang="en-US" sz="2200">
                <a:solidFill>
                  <a:srgbClr val="006600"/>
                </a:solidFill>
              </a:rPr>
              <a:t>Step 4:</a:t>
            </a:r>
            <a:r>
              <a:rPr lang="en-US" sz="2200"/>
              <a:t> </a:t>
            </a:r>
            <a:r>
              <a:rPr lang="en-US" sz="2200" b="0"/>
              <a:t>It is already rounded.</a:t>
            </a:r>
          </a:p>
          <a:p>
            <a:pPr marL="342900" indent="-342900" eaLnBrk="1" hangingPunct="1">
              <a:spcBef>
                <a:spcPct val="20000"/>
              </a:spcBef>
              <a:buClr>
                <a:schemeClr val="bg2"/>
              </a:buClr>
              <a:buSzPct val="75000"/>
              <a:buFont typeface="Wingdings" pitchFamily="2" charset="2"/>
              <a:buNone/>
            </a:pPr>
            <a:endParaRPr lang="en-US" sz="2200" b="0"/>
          </a:p>
          <a:p>
            <a:pPr marL="342900" indent="-342900" eaLnBrk="1" hangingPunct="1">
              <a:spcBef>
                <a:spcPct val="20000"/>
              </a:spcBef>
              <a:buClr>
                <a:schemeClr val="bg2"/>
              </a:buClr>
              <a:buSzPct val="75000"/>
              <a:buFont typeface="Wingdings" pitchFamily="2" charset="2"/>
              <a:buNone/>
            </a:pPr>
            <a:r>
              <a:rPr lang="en-US" sz="2200">
                <a:solidFill>
                  <a:srgbClr val="006600"/>
                </a:solidFill>
              </a:rPr>
              <a:t>Step 5:</a:t>
            </a:r>
            <a:r>
              <a:rPr lang="en-US" sz="2200"/>
              <a:t> </a:t>
            </a:r>
            <a:r>
              <a:rPr lang="en-US" sz="2200" b="0"/>
              <a:t>The signs of the original operands are different. So the sign of the product is negative. So the Final product is</a:t>
            </a:r>
          </a:p>
          <a:p>
            <a:pPr marL="342900" indent="-342900" eaLnBrk="1" hangingPunct="1">
              <a:spcBef>
                <a:spcPct val="20000"/>
              </a:spcBef>
              <a:buClr>
                <a:schemeClr val="bg2"/>
              </a:buClr>
              <a:buSzPct val="75000"/>
              <a:buFont typeface="Wingdings" pitchFamily="2" charset="2"/>
              <a:buNone/>
            </a:pPr>
            <a:r>
              <a:rPr lang="en-US" sz="2200" b="0"/>
              <a:t>                                 - </a:t>
            </a:r>
            <a:r>
              <a:rPr lang="en-US" sz="2000" b="0"/>
              <a:t>1.110 </a:t>
            </a:r>
            <a:r>
              <a:rPr lang="en-US" sz="2000" b="0">
                <a:cs typeface="Times New Roman" pitchFamily="18" charset="0"/>
              </a:rPr>
              <a:t>× 2</a:t>
            </a:r>
            <a:r>
              <a:rPr lang="en-US" sz="2000" b="0" baseline="30000">
                <a:cs typeface="Times New Roman" pitchFamily="18" charset="0"/>
              </a:rPr>
              <a:t>-3 </a:t>
            </a:r>
          </a:p>
          <a:p>
            <a:pPr marL="342900" indent="-342900" eaLnBrk="1" hangingPunct="1">
              <a:spcBef>
                <a:spcPct val="20000"/>
              </a:spcBef>
              <a:buClr>
                <a:schemeClr val="bg2"/>
              </a:buClr>
              <a:buSzPct val="75000"/>
              <a:buFont typeface="Wingdings" pitchFamily="2" charset="2"/>
              <a:buNone/>
            </a:pPr>
            <a:r>
              <a:rPr lang="en-US" sz="2000" b="0" baseline="30000">
                <a:cs typeface="Times New Roman" pitchFamily="18" charset="0"/>
              </a:rPr>
              <a:t>                                                   </a:t>
            </a:r>
            <a:r>
              <a:rPr lang="en-US" sz="2200" b="0"/>
              <a:t>= - 0.21875</a:t>
            </a:r>
            <a:r>
              <a:rPr lang="en-US" sz="2000" b="0" baseline="30000">
                <a:cs typeface="Times New Roman" pitchFamily="18" charset="0"/>
              </a:rPr>
              <a:t> </a:t>
            </a:r>
            <a:endParaRPr lang="en-US" sz="2200" b="0"/>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1794</TotalTime>
  <Words>909</Words>
  <Application>Microsoft Office PowerPoint</Application>
  <PresentationFormat>On-screen Show (4:3)</PresentationFormat>
  <Paragraphs>187</Paragraphs>
  <Slides>22</Slides>
  <Notes>22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29" baseType="lpstr">
      <vt:lpstr>Arial</vt:lpstr>
      <vt:lpstr>Arial Black</vt:lpstr>
      <vt:lpstr>Symbol</vt:lpstr>
      <vt:lpstr>Times New Roman</vt:lpstr>
      <vt:lpstr>Wingdings</vt:lpstr>
      <vt:lpstr>Pixel</vt:lpstr>
      <vt:lpstr>Equation</vt:lpstr>
      <vt:lpstr>Lecture – 11</vt:lpstr>
      <vt:lpstr>Booth’s Multiplication Algorithm</vt:lpstr>
      <vt:lpstr>Booth’s Multiplication Algorithm</vt:lpstr>
      <vt:lpstr>Booth’s Multiplication Algorithm</vt:lpstr>
      <vt:lpstr>Booth’s Multiplication Algorithm</vt:lpstr>
      <vt:lpstr>Example</vt:lpstr>
      <vt:lpstr>Example</vt:lpstr>
      <vt:lpstr>Validity of Booth’s Multiplication Algorithm</vt:lpstr>
      <vt:lpstr>Array Implementation of the Booth Multiplication Algorithm</vt:lpstr>
      <vt:lpstr>Array Implementation of the Booth Multiplication Algorithm</vt:lpstr>
      <vt:lpstr>Array Implementation of the Booth Multiplication Algorithm</vt:lpstr>
      <vt:lpstr>Array Implementation of the Booth Multiplication Algorithm</vt:lpstr>
      <vt:lpstr>Floating-Point Addition</vt:lpstr>
      <vt:lpstr>Floating-Point Addition</vt:lpstr>
      <vt:lpstr>Floating-Point Addition</vt:lpstr>
      <vt:lpstr>Example of Floating-Point Addition</vt:lpstr>
      <vt:lpstr>Example of Floating-Point Addition</vt:lpstr>
      <vt:lpstr>Floating-Point Multiplication</vt:lpstr>
      <vt:lpstr>Floating-Point Multiplication</vt:lpstr>
      <vt:lpstr>Floating-Point Multiplication</vt:lpstr>
      <vt:lpstr>Example of Floating-Point Addition</vt:lpstr>
      <vt:lpstr>Example of Floating-Point Multiplication</vt:lpstr>
    </vt:vector>
  </TitlesOfParts>
  <Company>cse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fsfsdfdsf</dc:title>
  <dc:creator>Eva</dc:creator>
  <cp:lastModifiedBy>Jargis Ahmed</cp:lastModifiedBy>
  <cp:revision>430</cp:revision>
  <dcterms:created xsi:type="dcterms:W3CDTF">2008-05-25T02:18:00Z</dcterms:created>
  <dcterms:modified xsi:type="dcterms:W3CDTF">2025-05-27T19:22:15Z</dcterms:modified>
</cp:coreProperties>
</file>